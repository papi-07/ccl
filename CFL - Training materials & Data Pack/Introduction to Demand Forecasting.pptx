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147482429" r:id="rId2"/>
    <p:sldId id="2147482677" r:id="rId3"/>
    <p:sldId id="2147482678" r:id="rId4"/>
    <p:sldId id="2147482518" r:id="rId5"/>
    <p:sldId id="2147482683" r:id="rId6"/>
    <p:sldId id="2147482679" r:id="rId7"/>
    <p:sldId id="2147482681" r:id="rId8"/>
    <p:sldId id="2147482682" r:id="rId9"/>
    <p:sldId id="2147482680" r:id="rId10"/>
    <p:sldId id="2147482425" r:id="rId11"/>
    <p:sldId id="214748251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28F12B-4A68-4936-BDFC-9AF5E21068AC}" v="7" dt="2026-03-05T17:07:55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02" autoAdjust="0"/>
    <p:restoredTop sz="94660"/>
  </p:normalViewPr>
  <p:slideViewPr>
    <p:cSldViewPr snapToGrid="0">
      <p:cViewPr varScale="1">
        <p:scale>
          <a:sx n="83" d="100"/>
          <a:sy n="83" d="100"/>
        </p:scale>
        <p:origin x="2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yanita Bhattacharyya (naybhatt)" userId="cd860502-9a60-49a4-a652-26b41028a487" providerId="ADAL" clId="{5FBCC9D3-D478-4423-9132-DB2C3E8ADB00}"/>
    <pc:docChg chg="undo redo custSel addSld delSld modSld sldOrd delMainMaster">
      <pc:chgData name="Nayanita Bhattacharyya (naybhatt)" userId="cd860502-9a60-49a4-a652-26b41028a487" providerId="ADAL" clId="{5FBCC9D3-D478-4423-9132-DB2C3E8ADB00}" dt="2026-03-05T17:07:55.574" v="477"/>
      <pc:docMkLst>
        <pc:docMk/>
      </pc:docMkLst>
      <pc:sldChg chg="addSp delSp modSp add mod ord">
        <pc:chgData name="Nayanita Bhattacharyya (naybhatt)" userId="cd860502-9a60-49a4-a652-26b41028a487" providerId="ADAL" clId="{5FBCC9D3-D478-4423-9132-DB2C3E8ADB00}" dt="2026-03-03T07:32:23.045" v="459"/>
        <pc:sldMkLst>
          <pc:docMk/>
          <pc:sldMk cId="3990956859" sldId="2147482517"/>
        </pc:sldMkLst>
        <pc:spChg chg="mod">
          <ac:chgData name="Nayanita Bhattacharyya (naybhatt)" userId="cd860502-9a60-49a4-a652-26b41028a487" providerId="ADAL" clId="{5FBCC9D3-D478-4423-9132-DB2C3E8ADB00}" dt="2026-03-02T16:21:47.255" v="154" actId="1076"/>
          <ac:spMkLst>
            <pc:docMk/>
            <pc:sldMk cId="3990956859" sldId="2147482517"/>
            <ac:spMk id="4" creationId="{3EC2CD07-5131-420F-61C6-7F7947EA0306}"/>
          </ac:spMkLst>
        </pc:spChg>
        <pc:spChg chg="mod">
          <ac:chgData name="Nayanita Bhattacharyya (naybhatt)" userId="cd860502-9a60-49a4-a652-26b41028a487" providerId="ADAL" clId="{5FBCC9D3-D478-4423-9132-DB2C3E8ADB00}" dt="2026-03-02T14:28:43.469" v="88"/>
          <ac:spMkLst>
            <pc:docMk/>
            <pc:sldMk cId="3990956859" sldId="2147482517"/>
            <ac:spMk id="10" creationId="{95ADE171-6C12-A74C-2A15-4BBF2A0BA35A}"/>
          </ac:spMkLst>
        </pc:spChg>
        <pc:spChg chg="mod">
          <ac:chgData name="Nayanita Bhattacharyya (naybhatt)" userId="cd860502-9a60-49a4-a652-26b41028a487" providerId="ADAL" clId="{5FBCC9D3-D478-4423-9132-DB2C3E8ADB00}" dt="2026-03-02T14:29:14.257" v="93" actId="20577"/>
          <ac:spMkLst>
            <pc:docMk/>
            <pc:sldMk cId="3990956859" sldId="2147482517"/>
            <ac:spMk id="12" creationId="{43A949B1-A71B-64C7-D865-9C1420C22F88}"/>
          </ac:spMkLst>
        </pc:spChg>
        <pc:spChg chg="mod">
          <ac:chgData name="Nayanita Bhattacharyya (naybhatt)" userId="cd860502-9a60-49a4-a652-26b41028a487" providerId="ADAL" clId="{5FBCC9D3-D478-4423-9132-DB2C3E8ADB00}" dt="2026-03-02T16:19:47.783" v="143" actId="20577"/>
          <ac:spMkLst>
            <pc:docMk/>
            <pc:sldMk cId="3990956859" sldId="2147482517"/>
            <ac:spMk id="19" creationId="{007B7A4A-6B32-897E-50AF-6499932BED40}"/>
          </ac:spMkLst>
        </pc:spChg>
        <pc:spChg chg="mod">
          <ac:chgData name="Nayanita Bhattacharyya (naybhatt)" userId="cd860502-9a60-49a4-a652-26b41028a487" providerId="ADAL" clId="{5FBCC9D3-D478-4423-9132-DB2C3E8ADB00}" dt="2026-03-02T16:21:10.795" v="152" actId="1076"/>
          <ac:spMkLst>
            <pc:docMk/>
            <pc:sldMk cId="3990956859" sldId="2147482517"/>
            <ac:spMk id="21" creationId="{B967741A-E131-5BFD-0167-2D3F13E99C1D}"/>
          </ac:spMkLst>
        </pc:spChg>
        <pc:spChg chg="mod">
          <ac:chgData name="Nayanita Bhattacharyya (naybhatt)" userId="cd860502-9a60-49a4-a652-26b41028a487" providerId="ADAL" clId="{5FBCC9D3-D478-4423-9132-DB2C3E8ADB00}" dt="2026-03-02T15:06:01.870" v="106"/>
          <ac:spMkLst>
            <pc:docMk/>
            <pc:sldMk cId="3990956859" sldId="2147482517"/>
            <ac:spMk id="23" creationId="{39167A98-0348-1C92-0054-81A19BD68630}"/>
          </ac:spMkLst>
        </pc:spChg>
        <pc:spChg chg="mod">
          <ac:chgData name="Nayanita Bhattacharyya (naybhatt)" userId="cd860502-9a60-49a4-a652-26b41028a487" providerId="ADAL" clId="{5FBCC9D3-D478-4423-9132-DB2C3E8ADB00}" dt="2026-03-02T15:06:09.159" v="108" actId="20577"/>
          <ac:spMkLst>
            <pc:docMk/>
            <pc:sldMk cId="3990956859" sldId="2147482517"/>
            <ac:spMk id="24" creationId="{61197AFD-86D0-CEFF-638E-35B2C3A160E1}"/>
          </ac:spMkLst>
        </pc:spChg>
        <pc:spChg chg="mod">
          <ac:chgData name="Nayanita Bhattacharyya (naybhatt)" userId="cd860502-9a60-49a4-a652-26b41028a487" providerId="ADAL" clId="{5FBCC9D3-D478-4423-9132-DB2C3E8ADB00}" dt="2026-03-02T14:27:04.392" v="69"/>
          <ac:spMkLst>
            <pc:docMk/>
            <pc:sldMk cId="3990956859" sldId="2147482517"/>
            <ac:spMk id="25" creationId="{10410958-1DC2-8B7A-6598-B0256B2318B0}"/>
          </ac:spMkLst>
        </pc:spChg>
        <pc:spChg chg="mod">
          <ac:chgData name="Nayanita Bhattacharyya (naybhatt)" userId="cd860502-9a60-49a4-a652-26b41028a487" providerId="ADAL" clId="{5FBCC9D3-D478-4423-9132-DB2C3E8ADB00}" dt="2026-03-02T14:27:49.536" v="77" actId="122"/>
          <ac:spMkLst>
            <pc:docMk/>
            <pc:sldMk cId="3990956859" sldId="2147482517"/>
            <ac:spMk id="31" creationId="{0A09E6F6-847E-6740-C602-D6072FD0DF27}"/>
          </ac:spMkLst>
        </pc:spChg>
        <pc:grpChg chg="mod">
          <ac:chgData name="Nayanita Bhattacharyya (naybhatt)" userId="cd860502-9a60-49a4-a652-26b41028a487" providerId="ADAL" clId="{5FBCC9D3-D478-4423-9132-DB2C3E8ADB00}" dt="2026-03-02T16:21:35.196" v="153" actId="554"/>
          <ac:grpSpMkLst>
            <pc:docMk/>
            <pc:sldMk cId="3990956859" sldId="2147482517"/>
            <ac:grpSpMk id="2" creationId="{B7178D4F-FE40-269E-B758-2C7BC10F38BB}"/>
          </ac:grpSpMkLst>
        </pc:grpChg>
        <pc:grpChg chg="add mod">
          <ac:chgData name="Nayanita Bhattacharyya (naybhatt)" userId="cd860502-9a60-49a4-a652-26b41028a487" providerId="ADAL" clId="{5FBCC9D3-D478-4423-9132-DB2C3E8ADB00}" dt="2026-03-02T16:21:35.196" v="153" actId="554"/>
          <ac:grpSpMkLst>
            <pc:docMk/>
            <pc:sldMk cId="3990956859" sldId="2147482517"/>
            <ac:grpSpMk id="9" creationId="{E2AB62FB-F34A-0E5F-8F07-4CD4B4077BEC}"/>
          </ac:grpSpMkLst>
        </pc:grpChg>
        <pc:grpChg chg="mod">
          <ac:chgData name="Nayanita Bhattacharyya (naybhatt)" userId="cd860502-9a60-49a4-a652-26b41028a487" providerId="ADAL" clId="{5FBCC9D3-D478-4423-9132-DB2C3E8ADB00}" dt="2026-03-02T16:21:07.157" v="151" actId="1076"/>
          <ac:grpSpMkLst>
            <pc:docMk/>
            <pc:sldMk cId="3990956859" sldId="2147482517"/>
            <ac:grpSpMk id="17" creationId="{7C6105D2-7E2B-F605-F8F3-C4432D1F9597}"/>
          </ac:grpSpMkLst>
        </pc:grpChg>
        <pc:grpChg chg="add mod">
          <ac:chgData name="Nayanita Bhattacharyya (naybhatt)" userId="cd860502-9a60-49a4-a652-26b41028a487" providerId="ADAL" clId="{5FBCC9D3-D478-4423-9132-DB2C3E8ADB00}" dt="2026-03-02T16:21:35.196" v="153" actId="554"/>
          <ac:grpSpMkLst>
            <pc:docMk/>
            <pc:sldMk cId="3990956859" sldId="2147482517"/>
            <ac:grpSpMk id="22" creationId="{BBCF248F-21AC-4A35-9167-154F8F9B5BED}"/>
          </ac:grpSpMkLst>
        </pc:grpChg>
        <pc:picChg chg="add mod">
          <ac:chgData name="Nayanita Bhattacharyya (naybhatt)" userId="cd860502-9a60-49a4-a652-26b41028a487" providerId="ADAL" clId="{5FBCC9D3-D478-4423-9132-DB2C3E8ADB00}" dt="2026-03-02T14:29:37.592" v="97" actId="1076"/>
          <ac:picMkLst>
            <pc:docMk/>
            <pc:sldMk cId="3990956859" sldId="2147482517"/>
            <ac:picMk id="8" creationId="{0493DCE0-CCC0-EA0D-29D6-F1E5439B1721}"/>
          </ac:picMkLst>
        </pc:picChg>
        <pc:picChg chg="add mod">
          <ac:chgData name="Nayanita Bhattacharyya (naybhatt)" userId="cd860502-9a60-49a4-a652-26b41028a487" providerId="ADAL" clId="{5FBCC9D3-D478-4423-9132-DB2C3E8ADB00}" dt="2026-03-02T14:29:23.877" v="95" actId="1076"/>
          <ac:picMkLst>
            <pc:docMk/>
            <pc:sldMk cId="3990956859" sldId="2147482517"/>
            <ac:picMk id="27" creationId="{FD62A0AD-7B89-2A66-69DC-272B6AEF929C}"/>
          </ac:picMkLst>
        </pc:picChg>
        <pc:picChg chg="add mod">
          <ac:chgData name="Nayanita Bhattacharyya (naybhatt)" userId="cd860502-9a60-49a4-a652-26b41028a487" providerId="ADAL" clId="{5FBCC9D3-D478-4423-9132-DB2C3E8ADB00}" dt="2026-03-02T16:17:44.700" v="114" actId="1076"/>
          <ac:picMkLst>
            <pc:docMk/>
            <pc:sldMk cId="3990956859" sldId="2147482517"/>
            <ac:picMk id="29" creationId="{7EA555F4-8116-F21E-A1F3-BDB25B457A72}"/>
          </ac:picMkLst>
        </pc:picChg>
      </pc:sldChg>
      <pc:sldChg chg="addSp delSp modSp mod">
        <pc:chgData name="Nayanita Bhattacharyya (naybhatt)" userId="cd860502-9a60-49a4-a652-26b41028a487" providerId="ADAL" clId="{5FBCC9D3-D478-4423-9132-DB2C3E8ADB00}" dt="2026-03-05T17:07:36.397" v="472"/>
        <pc:sldMkLst>
          <pc:docMk/>
          <pc:sldMk cId="3213152445" sldId="2147482518"/>
        </pc:sldMkLst>
        <pc:spChg chg="add mod">
          <ac:chgData name="Nayanita Bhattacharyya (naybhatt)" userId="cd860502-9a60-49a4-a652-26b41028a487" providerId="ADAL" clId="{5FBCC9D3-D478-4423-9132-DB2C3E8ADB00}" dt="2026-03-05T17:07:36.397" v="472"/>
          <ac:spMkLst>
            <pc:docMk/>
            <pc:sldMk cId="3213152445" sldId="2147482518"/>
            <ac:spMk id="11" creationId="{1F8A84BA-44B6-5EA7-9864-7A0A839819D5}"/>
          </ac:spMkLst>
        </pc:spChg>
      </pc:sldChg>
      <pc:sldChg chg="addSp modSp mod">
        <pc:chgData name="Nayanita Bhattacharyya (naybhatt)" userId="cd860502-9a60-49a4-a652-26b41028a487" providerId="ADAL" clId="{5FBCC9D3-D478-4423-9132-DB2C3E8ADB00}" dt="2026-03-05T17:07:26.709" v="470" actId="2085"/>
        <pc:sldMkLst>
          <pc:docMk/>
          <pc:sldMk cId="1909355504" sldId="2147482677"/>
        </pc:sldMkLst>
        <pc:spChg chg="add mod">
          <ac:chgData name="Nayanita Bhattacharyya (naybhatt)" userId="cd860502-9a60-49a4-a652-26b41028a487" providerId="ADAL" clId="{5FBCC9D3-D478-4423-9132-DB2C3E8ADB00}" dt="2026-03-05T17:07:26.709" v="470" actId="2085"/>
          <ac:spMkLst>
            <pc:docMk/>
            <pc:sldMk cId="1909355504" sldId="2147482677"/>
            <ac:spMk id="2" creationId="{77CB5652-E24A-32CB-7181-A437007E8ED5}"/>
          </ac:spMkLst>
        </pc:spChg>
        <pc:spChg chg="mod">
          <ac:chgData name="Nayanita Bhattacharyya (naybhatt)" userId="cd860502-9a60-49a4-a652-26b41028a487" providerId="ADAL" clId="{5FBCC9D3-D478-4423-9132-DB2C3E8ADB00}" dt="2026-03-03T07:48:53.803" v="465" actId="20577"/>
          <ac:spMkLst>
            <pc:docMk/>
            <pc:sldMk cId="1909355504" sldId="2147482677"/>
            <ac:spMk id="73" creationId="{E6A8EC01-BCAC-3FE4-3FC6-43A328E80728}"/>
          </ac:spMkLst>
        </pc:spChg>
      </pc:sldChg>
      <pc:sldChg chg="addSp delSp modSp mod">
        <pc:chgData name="Nayanita Bhattacharyya (naybhatt)" userId="cd860502-9a60-49a4-a652-26b41028a487" providerId="ADAL" clId="{5FBCC9D3-D478-4423-9132-DB2C3E8ADB00}" dt="2026-03-05T17:07:32.471" v="471"/>
        <pc:sldMkLst>
          <pc:docMk/>
          <pc:sldMk cId="3031380607" sldId="2147482678"/>
        </pc:sldMkLst>
        <pc:spChg chg="add mod">
          <ac:chgData name="Nayanita Bhattacharyya (naybhatt)" userId="cd860502-9a60-49a4-a652-26b41028a487" providerId="ADAL" clId="{5FBCC9D3-D478-4423-9132-DB2C3E8ADB00}" dt="2026-03-05T17:07:32.471" v="471"/>
          <ac:spMkLst>
            <pc:docMk/>
            <pc:sldMk cId="3031380607" sldId="2147482678"/>
            <ac:spMk id="2" creationId="{DBF22424-B049-910E-7784-44984B8479C2}"/>
          </ac:spMkLst>
        </pc:spChg>
      </pc:sldChg>
      <pc:sldChg chg="addSp modSp mod">
        <pc:chgData name="Nayanita Bhattacharyya (naybhatt)" userId="cd860502-9a60-49a4-a652-26b41028a487" providerId="ADAL" clId="{5FBCC9D3-D478-4423-9132-DB2C3E8ADB00}" dt="2026-03-05T17:07:45.385" v="474"/>
        <pc:sldMkLst>
          <pc:docMk/>
          <pc:sldMk cId="2140811413" sldId="2147482679"/>
        </pc:sldMkLst>
        <pc:spChg chg="add mod">
          <ac:chgData name="Nayanita Bhattacharyya (naybhatt)" userId="cd860502-9a60-49a4-a652-26b41028a487" providerId="ADAL" clId="{5FBCC9D3-D478-4423-9132-DB2C3E8ADB00}" dt="2026-03-05T17:07:45.385" v="474"/>
          <ac:spMkLst>
            <pc:docMk/>
            <pc:sldMk cId="2140811413" sldId="2147482679"/>
            <ac:spMk id="2" creationId="{06D06EDE-3F18-E60D-EAD2-3CEAA79DE33A}"/>
          </ac:spMkLst>
        </pc:spChg>
        <pc:spChg chg="mod">
          <ac:chgData name="Nayanita Bhattacharyya (naybhatt)" userId="cd860502-9a60-49a4-a652-26b41028a487" providerId="ADAL" clId="{5FBCC9D3-D478-4423-9132-DB2C3E8ADB00}" dt="2026-03-03T07:12:17.029" v="271" actId="20577"/>
          <ac:spMkLst>
            <pc:docMk/>
            <pc:sldMk cId="2140811413" sldId="2147482679"/>
            <ac:spMk id="11" creationId="{A87ADED9-EAE1-1215-B7A3-2EA8A2474F86}"/>
          </ac:spMkLst>
        </pc:spChg>
        <pc:spChg chg="mod">
          <ac:chgData name="Nayanita Bhattacharyya (naybhatt)" userId="cd860502-9a60-49a4-a652-26b41028a487" providerId="ADAL" clId="{5FBCC9D3-D478-4423-9132-DB2C3E8ADB00}" dt="2026-03-03T07:12:14.277" v="269" actId="20577"/>
          <ac:spMkLst>
            <pc:docMk/>
            <pc:sldMk cId="2140811413" sldId="2147482679"/>
            <ac:spMk id="12" creationId="{15C1FB08-C213-2DA4-ECE6-B400264A088B}"/>
          </ac:spMkLst>
        </pc:spChg>
      </pc:sldChg>
      <pc:sldChg chg="addSp modSp">
        <pc:chgData name="Nayanita Bhattacharyya (naybhatt)" userId="cd860502-9a60-49a4-a652-26b41028a487" providerId="ADAL" clId="{5FBCC9D3-D478-4423-9132-DB2C3E8ADB00}" dt="2026-03-05T17:07:55.574" v="477"/>
        <pc:sldMkLst>
          <pc:docMk/>
          <pc:sldMk cId="1875212793" sldId="2147482680"/>
        </pc:sldMkLst>
        <pc:spChg chg="add mod">
          <ac:chgData name="Nayanita Bhattacharyya (naybhatt)" userId="cd860502-9a60-49a4-a652-26b41028a487" providerId="ADAL" clId="{5FBCC9D3-D478-4423-9132-DB2C3E8ADB00}" dt="2026-03-05T17:07:55.574" v="477"/>
          <ac:spMkLst>
            <pc:docMk/>
            <pc:sldMk cId="1875212793" sldId="2147482680"/>
            <ac:spMk id="8" creationId="{CF8DC043-EE76-700E-57B9-140D45FC47AE}"/>
          </ac:spMkLst>
        </pc:spChg>
      </pc:sldChg>
      <pc:sldChg chg="addSp delSp modSp add mod">
        <pc:chgData name="Nayanita Bhattacharyya (naybhatt)" userId="cd860502-9a60-49a4-a652-26b41028a487" providerId="ADAL" clId="{5FBCC9D3-D478-4423-9132-DB2C3E8ADB00}" dt="2026-03-05T17:07:48.929" v="475"/>
        <pc:sldMkLst>
          <pc:docMk/>
          <pc:sldMk cId="1502918930" sldId="2147482681"/>
        </pc:sldMkLst>
        <pc:spChg chg="add mod">
          <ac:chgData name="Nayanita Bhattacharyya (naybhatt)" userId="cd860502-9a60-49a4-a652-26b41028a487" providerId="ADAL" clId="{5FBCC9D3-D478-4423-9132-DB2C3E8ADB00}" dt="2026-03-05T17:07:48.929" v="475"/>
          <ac:spMkLst>
            <pc:docMk/>
            <pc:sldMk cId="1502918930" sldId="2147482681"/>
            <ac:spMk id="5" creationId="{BE41341C-D33F-0D9B-DB7A-A8E1DC453346}"/>
          </ac:spMkLst>
        </pc:spChg>
        <pc:spChg chg="mod">
          <ac:chgData name="Nayanita Bhattacharyya (naybhatt)" userId="cd860502-9a60-49a4-a652-26b41028a487" providerId="ADAL" clId="{5FBCC9D3-D478-4423-9132-DB2C3E8ADB00}" dt="2026-03-03T07:12:25.539" v="275" actId="20577"/>
          <ac:spMkLst>
            <pc:docMk/>
            <pc:sldMk cId="1502918930" sldId="2147482681"/>
            <ac:spMk id="11" creationId="{F100ADCD-3EBF-8C14-7A5B-C5B297D0E4A8}"/>
          </ac:spMkLst>
        </pc:spChg>
        <pc:spChg chg="mod">
          <ac:chgData name="Nayanita Bhattacharyya (naybhatt)" userId="cd860502-9a60-49a4-a652-26b41028a487" providerId="ADAL" clId="{5FBCC9D3-D478-4423-9132-DB2C3E8ADB00}" dt="2026-03-03T07:12:22.800" v="273" actId="20577"/>
          <ac:spMkLst>
            <pc:docMk/>
            <pc:sldMk cId="1502918930" sldId="2147482681"/>
            <ac:spMk id="12" creationId="{875066DD-4102-856C-A836-2868EF2CFE14}"/>
          </ac:spMkLst>
        </pc:spChg>
        <pc:spChg chg="mod">
          <ac:chgData name="Nayanita Bhattacharyya (naybhatt)" userId="cd860502-9a60-49a4-a652-26b41028a487" providerId="ADAL" clId="{5FBCC9D3-D478-4423-9132-DB2C3E8ADB00}" dt="2026-03-02T14:13:26.636" v="17" actId="108"/>
          <ac:spMkLst>
            <pc:docMk/>
            <pc:sldMk cId="1502918930" sldId="2147482681"/>
            <ac:spMk id="13" creationId="{B094FBE8-51E9-A5CB-B673-76D348F9D828}"/>
          </ac:spMkLst>
        </pc:spChg>
        <pc:spChg chg="mod">
          <ac:chgData name="Nayanita Bhattacharyya (naybhatt)" userId="cd860502-9a60-49a4-a652-26b41028a487" providerId="ADAL" clId="{5FBCC9D3-D478-4423-9132-DB2C3E8ADB00}" dt="2026-03-02T14:14:30.413" v="25"/>
          <ac:spMkLst>
            <pc:docMk/>
            <pc:sldMk cId="1502918930" sldId="2147482681"/>
            <ac:spMk id="14" creationId="{7CEF5F73-FCB8-87A4-8B98-17D92D3D9283}"/>
          </ac:spMkLst>
        </pc:spChg>
        <pc:picChg chg="add mod">
          <ac:chgData name="Nayanita Bhattacharyya (naybhatt)" userId="cd860502-9a60-49a4-a652-26b41028a487" providerId="ADAL" clId="{5FBCC9D3-D478-4423-9132-DB2C3E8ADB00}" dt="2026-03-02T14:15:20.337" v="28" actId="1076"/>
          <ac:picMkLst>
            <pc:docMk/>
            <pc:sldMk cId="1502918930" sldId="2147482681"/>
            <ac:picMk id="2" creationId="{3190DB41-7731-2946-E258-53D708695647}"/>
          </ac:picMkLst>
        </pc:picChg>
        <pc:picChg chg="add mod">
          <ac:chgData name="Nayanita Bhattacharyya (naybhatt)" userId="cd860502-9a60-49a4-a652-26b41028a487" providerId="ADAL" clId="{5FBCC9D3-D478-4423-9132-DB2C3E8ADB00}" dt="2026-03-02T14:15:33.829" v="31" actId="1076"/>
          <ac:picMkLst>
            <pc:docMk/>
            <pc:sldMk cId="1502918930" sldId="2147482681"/>
            <ac:picMk id="3" creationId="{92004984-09D7-18E5-D632-3FEEBB543333}"/>
          </ac:picMkLst>
        </pc:picChg>
      </pc:sldChg>
      <pc:sldChg chg="addSp delSp modSp add mod">
        <pc:chgData name="Nayanita Bhattacharyya (naybhatt)" userId="cd860502-9a60-49a4-a652-26b41028a487" providerId="ADAL" clId="{5FBCC9D3-D478-4423-9132-DB2C3E8ADB00}" dt="2026-03-05T17:07:51.494" v="476"/>
        <pc:sldMkLst>
          <pc:docMk/>
          <pc:sldMk cId="3673894628" sldId="2147482682"/>
        </pc:sldMkLst>
        <pc:spChg chg="add mod">
          <ac:chgData name="Nayanita Bhattacharyya (naybhatt)" userId="cd860502-9a60-49a4-a652-26b41028a487" providerId="ADAL" clId="{5FBCC9D3-D478-4423-9132-DB2C3E8ADB00}" dt="2026-03-03T07:33:14.656" v="463" actId="1076"/>
          <ac:spMkLst>
            <pc:docMk/>
            <pc:sldMk cId="3673894628" sldId="2147482682"/>
            <ac:spMk id="3" creationId="{7288D05B-17CC-9A8F-1F25-290C3B8FFE07}"/>
          </ac:spMkLst>
        </pc:spChg>
        <pc:spChg chg="mod">
          <ac:chgData name="Nayanita Bhattacharyya (naybhatt)" userId="cd860502-9a60-49a4-a652-26b41028a487" providerId="ADAL" clId="{5FBCC9D3-D478-4423-9132-DB2C3E8ADB00}" dt="2026-03-03T07:17:07.942" v="300" actId="1076"/>
          <ac:spMkLst>
            <pc:docMk/>
            <pc:sldMk cId="3673894628" sldId="2147482682"/>
            <ac:spMk id="4" creationId="{E9FF7D9B-5817-E359-E59C-992B7C6F499E}"/>
          </ac:spMkLst>
        </pc:spChg>
        <pc:spChg chg="add mod">
          <ac:chgData name="Nayanita Bhattacharyya (naybhatt)" userId="cd860502-9a60-49a4-a652-26b41028a487" providerId="ADAL" clId="{5FBCC9D3-D478-4423-9132-DB2C3E8ADB00}" dt="2026-03-03T07:15:23.312" v="286" actId="20578"/>
          <ac:spMkLst>
            <pc:docMk/>
            <pc:sldMk cId="3673894628" sldId="2147482682"/>
            <ac:spMk id="11" creationId="{2DFEB4F0-D7D9-46CF-ECE6-BBEF07E65B2E}"/>
          </ac:spMkLst>
        </pc:spChg>
        <pc:spChg chg="add mod">
          <ac:chgData name="Nayanita Bhattacharyya (naybhatt)" userId="cd860502-9a60-49a4-a652-26b41028a487" providerId="ADAL" clId="{5FBCC9D3-D478-4423-9132-DB2C3E8ADB00}" dt="2026-03-03T07:22:04.362" v="361" actId="14100"/>
          <ac:spMkLst>
            <pc:docMk/>
            <pc:sldMk cId="3673894628" sldId="2147482682"/>
            <ac:spMk id="14" creationId="{E8D7421A-08A2-0698-4EA4-1DBB76377A0C}"/>
          </ac:spMkLst>
        </pc:spChg>
        <pc:spChg chg="mod">
          <ac:chgData name="Nayanita Bhattacharyya (naybhatt)" userId="cd860502-9a60-49a4-a652-26b41028a487" providerId="ADAL" clId="{5FBCC9D3-D478-4423-9132-DB2C3E8ADB00}" dt="2026-03-03T07:20:15.065" v="334"/>
          <ac:spMkLst>
            <pc:docMk/>
            <pc:sldMk cId="3673894628" sldId="2147482682"/>
            <ac:spMk id="16" creationId="{108FC571-31B7-CD75-F0B2-302A71E99BD3}"/>
          </ac:spMkLst>
        </pc:spChg>
        <pc:spChg chg="mod">
          <ac:chgData name="Nayanita Bhattacharyya (naybhatt)" userId="cd860502-9a60-49a4-a652-26b41028a487" providerId="ADAL" clId="{5FBCC9D3-D478-4423-9132-DB2C3E8ADB00}" dt="2026-03-03T07:21:28.253" v="355" actId="255"/>
          <ac:spMkLst>
            <pc:docMk/>
            <pc:sldMk cId="3673894628" sldId="2147482682"/>
            <ac:spMk id="20" creationId="{72B33765-5F9D-0B79-CCB7-69E4BF530D6A}"/>
          </ac:spMkLst>
        </pc:spChg>
        <pc:spChg chg="mod">
          <ac:chgData name="Nayanita Bhattacharyya (naybhatt)" userId="cd860502-9a60-49a4-a652-26b41028a487" providerId="ADAL" clId="{5FBCC9D3-D478-4423-9132-DB2C3E8ADB00}" dt="2026-03-03T07:29:16.010" v="434" actId="1076"/>
          <ac:spMkLst>
            <pc:docMk/>
            <pc:sldMk cId="3673894628" sldId="2147482682"/>
            <ac:spMk id="21" creationId="{B1C65C1C-A430-28AD-82D4-214170952830}"/>
          </ac:spMkLst>
        </pc:spChg>
        <pc:spChg chg="mod">
          <ac:chgData name="Nayanita Bhattacharyya (naybhatt)" userId="cd860502-9a60-49a4-a652-26b41028a487" providerId="ADAL" clId="{5FBCC9D3-D478-4423-9132-DB2C3E8ADB00}" dt="2026-03-03T07:18:39.164" v="315"/>
          <ac:spMkLst>
            <pc:docMk/>
            <pc:sldMk cId="3673894628" sldId="2147482682"/>
            <ac:spMk id="25" creationId="{160E7D28-C0F4-F947-AC22-B17E7CDDB383}"/>
          </ac:spMkLst>
        </pc:spChg>
        <pc:spChg chg="mod">
          <ac:chgData name="Nayanita Bhattacharyya (naybhatt)" userId="cd860502-9a60-49a4-a652-26b41028a487" providerId="ADAL" clId="{5FBCC9D3-D478-4423-9132-DB2C3E8ADB00}" dt="2026-03-03T07:21:13.082" v="351"/>
          <ac:spMkLst>
            <pc:docMk/>
            <pc:sldMk cId="3673894628" sldId="2147482682"/>
            <ac:spMk id="28" creationId="{85CB6FD7-7C1E-4106-AE9F-907899E70C86}"/>
          </ac:spMkLst>
        </pc:spChg>
        <pc:spChg chg="mod">
          <ac:chgData name="Nayanita Bhattacharyya (naybhatt)" userId="cd860502-9a60-49a4-a652-26b41028a487" providerId="ADAL" clId="{5FBCC9D3-D478-4423-9132-DB2C3E8ADB00}" dt="2026-03-03T07:21:38.200" v="357" actId="404"/>
          <ac:spMkLst>
            <pc:docMk/>
            <pc:sldMk cId="3673894628" sldId="2147482682"/>
            <ac:spMk id="30" creationId="{59F0F0E2-7A9C-2A5C-5C51-2E4039465931}"/>
          </ac:spMkLst>
        </pc:spChg>
        <pc:spChg chg="mod">
          <ac:chgData name="Nayanita Bhattacharyya (naybhatt)" userId="cd860502-9a60-49a4-a652-26b41028a487" providerId="ADAL" clId="{5FBCC9D3-D478-4423-9132-DB2C3E8ADB00}" dt="2026-03-03T07:21:33.275" v="356" actId="404"/>
          <ac:spMkLst>
            <pc:docMk/>
            <pc:sldMk cId="3673894628" sldId="2147482682"/>
            <ac:spMk id="31" creationId="{BFA8558E-C10B-C3EC-761C-984DD5306451}"/>
          </ac:spMkLst>
        </pc:spChg>
        <pc:spChg chg="mod">
          <ac:chgData name="Nayanita Bhattacharyya (naybhatt)" userId="cd860502-9a60-49a4-a652-26b41028a487" providerId="ADAL" clId="{5FBCC9D3-D478-4423-9132-DB2C3E8ADB00}" dt="2026-03-03T07:26:01.171" v="402" actId="1076"/>
          <ac:spMkLst>
            <pc:docMk/>
            <pc:sldMk cId="3673894628" sldId="2147482682"/>
            <ac:spMk id="33" creationId="{BCABDFE4-DA12-087B-C210-23910CE36421}"/>
          </ac:spMkLst>
        </pc:spChg>
        <pc:spChg chg="mod">
          <ac:chgData name="Nayanita Bhattacharyya (naybhatt)" userId="cd860502-9a60-49a4-a652-26b41028a487" providerId="ADAL" clId="{5FBCC9D3-D478-4423-9132-DB2C3E8ADB00}" dt="2026-03-03T07:27:35.441" v="419" actId="20577"/>
          <ac:spMkLst>
            <pc:docMk/>
            <pc:sldMk cId="3673894628" sldId="2147482682"/>
            <ac:spMk id="34" creationId="{68855327-236E-CFDB-B8C5-A24DC6935275}"/>
          </ac:spMkLst>
        </pc:spChg>
        <pc:spChg chg="mod">
          <ac:chgData name="Nayanita Bhattacharyya (naybhatt)" userId="cd860502-9a60-49a4-a652-26b41028a487" providerId="ADAL" clId="{5FBCC9D3-D478-4423-9132-DB2C3E8ADB00}" dt="2026-03-03T07:29:05.515" v="430"/>
          <ac:spMkLst>
            <pc:docMk/>
            <pc:sldMk cId="3673894628" sldId="2147482682"/>
            <ac:spMk id="41" creationId="{FADE7A17-F666-D7AF-96ED-92032D8CFD8D}"/>
          </ac:spMkLst>
        </pc:spChg>
        <pc:spChg chg="mod">
          <ac:chgData name="Nayanita Bhattacharyya (naybhatt)" userId="cd860502-9a60-49a4-a652-26b41028a487" providerId="ADAL" clId="{5FBCC9D3-D478-4423-9132-DB2C3E8ADB00}" dt="2026-03-03T07:31:54.609" v="457" actId="20577"/>
          <ac:spMkLst>
            <pc:docMk/>
            <pc:sldMk cId="3673894628" sldId="2147482682"/>
            <ac:spMk id="42" creationId="{18A4A97E-ED19-BFCF-0088-9599932E507E}"/>
          </ac:spMkLst>
        </pc:spChg>
        <pc:spChg chg="mod">
          <ac:chgData name="Nayanita Bhattacharyya (naybhatt)" userId="cd860502-9a60-49a4-a652-26b41028a487" providerId="ADAL" clId="{5FBCC9D3-D478-4423-9132-DB2C3E8ADB00}" dt="2026-03-03T07:31:18.386" v="448"/>
          <ac:spMkLst>
            <pc:docMk/>
            <pc:sldMk cId="3673894628" sldId="2147482682"/>
            <ac:spMk id="46" creationId="{6BB39B8B-F164-A743-7C65-F7F7BF288D41}"/>
          </ac:spMkLst>
        </pc:spChg>
        <pc:spChg chg="mod">
          <ac:chgData name="Nayanita Bhattacharyya (naybhatt)" userId="cd860502-9a60-49a4-a652-26b41028a487" providerId="ADAL" clId="{5FBCC9D3-D478-4423-9132-DB2C3E8ADB00}" dt="2026-03-03T07:31:18.388" v="449"/>
          <ac:spMkLst>
            <pc:docMk/>
            <pc:sldMk cId="3673894628" sldId="2147482682"/>
            <ac:spMk id="47" creationId="{8AACAC58-157B-BE4D-AD2F-0CAD749B801C}"/>
          </ac:spMkLst>
        </pc:spChg>
        <pc:spChg chg="add mod">
          <ac:chgData name="Nayanita Bhattacharyya (naybhatt)" userId="cd860502-9a60-49a4-a652-26b41028a487" providerId="ADAL" clId="{5FBCC9D3-D478-4423-9132-DB2C3E8ADB00}" dt="2026-03-05T17:07:51.494" v="476"/>
          <ac:spMkLst>
            <pc:docMk/>
            <pc:sldMk cId="3673894628" sldId="2147482682"/>
            <ac:spMk id="50" creationId="{CEC7F1BE-6067-383F-E009-FB77DD7F1B32}"/>
          </ac:spMkLst>
        </pc:spChg>
        <pc:grpChg chg="mod">
          <ac:chgData name="Nayanita Bhattacharyya (naybhatt)" userId="cd860502-9a60-49a4-a652-26b41028a487" providerId="ADAL" clId="{5FBCC9D3-D478-4423-9132-DB2C3E8ADB00}" dt="2026-03-03T07:22:24.862" v="362" actId="554"/>
          <ac:grpSpMkLst>
            <pc:docMk/>
            <pc:sldMk cId="3673894628" sldId="2147482682"/>
            <ac:grpSpMk id="2" creationId="{A5E839B3-04F2-9B3F-D308-D70D418F90FE}"/>
          </ac:grpSpMkLst>
        </pc:grpChg>
        <pc:grpChg chg="add mod">
          <ac:chgData name="Nayanita Bhattacharyya (naybhatt)" userId="cd860502-9a60-49a4-a652-26b41028a487" providerId="ADAL" clId="{5FBCC9D3-D478-4423-9132-DB2C3E8ADB00}" dt="2026-03-03T07:22:24.862" v="362" actId="554"/>
          <ac:grpSpMkLst>
            <pc:docMk/>
            <pc:sldMk cId="3673894628" sldId="2147482682"/>
            <ac:grpSpMk id="15" creationId="{737A5630-9F0B-D2FF-0566-601186198DC3}"/>
          </ac:grpSpMkLst>
        </pc:grpChg>
        <pc:grpChg chg="add mod">
          <ac:chgData name="Nayanita Bhattacharyya (naybhatt)" userId="cd860502-9a60-49a4-a652-26b41028a487" providerId="ADAL" clId="{5FBCC9D3-D478-4423-9132-DB2C3E8ADB00}" dt="2026-03-03T07:22:24.862" v="362" actId="554"/>
          <ac:grpSpMkLst>
            <pc:docMk/>
            <pc:sldMk cId="3673894628" sldId="2147482682"/>
            <ac:grpSpMk id="26" creationId="{C8EF1E58-0445-1D8A-233E-88B2310B59C5}"/>
          </ac:grpSpMkLst>
        </pc:grpChg>
        <pc:grpChg chg="add mod">
          <ac:chgData name="Nayanita Bhattacharyya (naybhatt)" userId="cd860502-9a60-49a4-a652-26b41028a487" providerId="ADAL" clId="{5FBCC9D3-D478-4423-9132-DB2C3E8ADB00}" dt="2026-03-03T07:32:42.914" v="460" actId="1076"/>
          <ac:grpSpMkLst>
            <pc:docMk/>
            <pc:sldMk cId="3673894628" sldId="2147482682"/>
            <ac:grpSpMk id="32" creationId="{BC56A508-258D-8AFF-8910-BF858AD72F45}"/>
          </ac:grpSpMkLst>
        </pc:grpChg>
        <pc:grpChg chg="add mod">
          <ac:chgData name="Nayanita Bhattacharyya (naybhatt)" userId="cd860502-9a60-49a4-a652-26b41028a487" providerId="ADAL" clId="{5FBCC9D3-D478-4423-9132-DB2C3E8ADB00}" dt="2026-03-03T07:32:50.457" v="461" actId="1076"/>
          <ac:grpSpMkLst>
            <pc:docMk/>
            <pc:sldMk cId="3673894628" sldId="2147482682"/>
            <ac:grpSpMk id="40" creationId="{7FEF200D-1C3E-A3F8-D22B-46EDD1166719}"/>
          </ac:grpSpMkLst>
        </pc:grpChg>
        <pc:grpChg chg="add mod">
          <ac:chgData name="Nayanita Bhattacharyya (naybhatt)" userId="cd860502-9a60-49a4-a652-26b41028a487" providerId="ADAL" clId="{5FBCC9D3-D478-4423-9132-DB2C3E8ADB00}" dt="2026-03-03T07:33:07.864" v="462" actId="1076"/>
          <ac:grpSpMkLst>
            <pc:docMk/>
            <pc:sldMk cId="3673894628" sldId="2147482682"/>
            <ac:grpSpMk id="45" creationId="{1E5DB611-7B68-5DFF-8247-A39DD7F304F4}"/>
          </ac:grpSpMkLst>
        </pc:grpChg>
        <pc:picChg chg="add mod">
          <ac:chgData name="Nayanita Bhattacharyya (naybhatt)" userId="cd860502-9a60-49a4-a652-26b41028a487" providerId="ADAL" clId="{5FBCC9D3-D478-4423-9132-DB2C3E8ADB00}" dt="2026-03-03T07:28:31.610" v="426" actId="1076"/>
          <ac:picMkLst>
            <pc:docMk/>
            <pc:sldMk cId="3673894628" sldId="2147482682"/>
            <ac:picMk id="36" creationId="{67BBB402-0D84-8D73-7E6D-949A9913B757}"/>
          </ac:picMkLst>
        </pc:picChg>
        <pc:picChg chg="add mod">
          <ac:chgData name="Nayanita Bhattacharyya (naybhatt)" userId="cd860502-9a60-49a4-a652-26b41028a487" providerId="ADAL" clId="{5FBCC9D3-D478-4423-9132-DB2C3E8ADB00}" dt="2026-03-03T07:28:24.402" v="425" actId="1076"/>
          <ac:picMkLst>
            <pc:docMk/>
            <pc:sldMk cId="3673894628" sldId="2147482682"/>
            <ac:picMk id="44" creationId="{BBB3E11C-6687-8E69-AB90-8E69FE071EF1}"/>
          </ac:picMkLst>
        </pc:picChg>
        <pc:picChg chg="add mod">
          <ac:chgData name="Nayanita Bhattacharyya (naybhatt)" userId="cd860502-9a60-49a4-a652-26b41028a487" providerId="ADAL" clId="{5FBCC9D3-D478-4423-9132-DB2C3E8ADB00}" dt="2026-03-03T07:30:53.178" v="446" actId="14100"/>
          <ac:picMkLst>
            <pc:docMk/>
            <pc:sldMk cId="3673894628" sldId="2147482682"/>
            <ac:picMk id="49" creationId="{B8E450B1-A057-44C8-3D46-E2D41EA70DCE}"/>
          </ac:picMkLst>
        </pc:picChg>
      </pc:sldChg>
      <pc:sldChg chg="addSp delSp modSp add mod ord">
        <pc:chgData name="Nayanita Bhattacharyya (naybhatt)" userId="cd860502-9a60-49a4-a652-26b41028a487" providerId="ADAL" clId="{5FBCC9D3-D478-4423-9132-DB2C3E8ADB00}" dt="2026-03-05T17:07:40.208" v="473"/>
        <pc:sldMkLst>
          <pc:docMk/>
          <pc:sldMk cId="122591351" sldId="2147482683"/>
        </pc:sldMkLst>
        <pc:spChg chg="add mod">
          <ac:chgData name="Nayanita Bhattacharyya (naybhatt)" userId="cd860502-9a60-49a4-a652-26b41028a487" providerId="ADAL" clId="{5FBCC9D3-D478-4423-9132-DB2C3E8ADB00}" dt="2026-03-03T07:09:57.950" v="246" actId="207"/>
          <ac:spMkLst>
            <pc:docMk/>
            <pc:sldMk cId="122591351" sldId="2147482683"/>
            <ac:spMk id="3" creationId="{6E5BD47E-506A-B658-44F4-0B34E5F00CBA}"/>
          </ac:spMkLst>
        </pc:spChg>
        <pc:spChg chg="add mod">
          <ac:chgData name="Nayanita Bhattacharyya (naybhatt)" userId="cd860502-9a60-49a4-a652-26b41028a487" providerId="ADAL" clId="{5FBCC9D3-D478-4423-9132-DB2C3E8ADB00}" dt="2026-03-03T07:10:07.321" v="248" actId="14100"/>
          <ac:spMkLst>
            <pc:docMk/>
            <pc:sldMk cId="122591351" sldId="2147482683"/>
            <ac:spMk id="5" creationId="{0074DC8E-B1AD-C824-2A66-D627FBE08DCF}"/>
          </ac:spMkLst>
        </pc:spChg>
        <pc:spChg chg="add mod">
          <ac:chgData name="Nayanita Bhattacharyya (naybhatt)" userId="cd860502-9a60-49a4-a652-26b41028a487" providerId="ADAL" clId="{5FBCC9D3-D478-4423-9132-DB2C3E8ADB00}" dt="2026-03-03T07:10:24.248" v="252" actId="208"/>
          <ac:spMkLst>
            <pc:docMk/>
            <pc:sldMk cId="122591351" sldId="2147482683"/>
            <ac:spMk id="7" creationId="{3B7848DE-9A7D-F143-C69F-7621EB79C08B}"/>
          </ac:spMkLst>
        </pc:spChg>
        <pc:spChg chg="mod">
          <ac:chgData name="Nayanita Bhattacharyya (naybhatt)" userId="cd860502-9a60-49a4-a652-26b41028a487" providerId="ADAL" clId="{5FBCC9D3-D478-4423-9132-DB2C3E8ADB00}" dt="2026-03-03T07:11:11.219" v="260" actId="14100"/>
          <ac:spMkLst>
            <pc:docMk/>
            <pc:sldMk cId="122591351" sldId="2147482683"/>
            <ac:spMk id="11" creationId="{F03F891D-8071-E3DD-D53E-42C79B949AB3}"/>
          </ac:spMkLst>
        </pc:spChg>
        <pc:spChg chg="mod">
          <ac:chgData name="Nayanita Bhattacharyya (naybhatt)" userId="cd860502-9a60-49a4-a652-26b41028a487" providerId="ADAL" clId="{5FBCC9D3-D478-4423-9132-DB2C3E8ADB00}" dt="2026-03-03T07:06:51.136" v="219"/>
          <ac:spMkLst>
            <pc:docMk/>
            <pc:sldMk cId="122591351" sldId="2147482683"/>
            <ac:spMk id="12" creationId="{1BCA03EC-6601-5AF9-4EE2-F36E58CA290E}"/>
          </ac:spMkLst>
        </pc:spChg>
        <pc:spChg chg="mod">
          <ac:chgData name="Nayanita Bhattacharyya (naybhatt)" userId="cd860502-9a60-49a4-a652-26b41028a487" providerId="ADAL" clId="{5FBCC9D3-D478-4423-9132-DB2C3E8ADB00}" dt="2026-03-03T07:11:52.644" v="265" actId="1076"/>
          <ac:spMkLst>
            <pc:docMk/>
            <pc:sldMk cId="122591351" sldId="2147482683"/>
            <ac:spMk id="13" creationId="{73470058-789F-7122-24FB-FC58418C6EAC}"/>
          </ac:spMkLst>
        </pc:spChg>
        <pc:spChg chg="mod">
          <ac:chgData name="Nayanita Bhattacharyya (naybhatt)" userId="cd860502-9a60-49a4-a652-26b41028a487" providerId="ADAL" clId="{5FBCC9D3-D478-4423-9132-DB2C3E8ADB00}" dt="2026-03-03T07:11:32.556" v="263" actId="14100"/>
          <ac:spMkLst>
            <pc:docMk/>
            <pc:sldMk cId="122591351" sldId="2147482683"/>
            <ac:spMk id="14" creationId="{F5325014-56F0-9D8D-579A-1BCD1577DF74}"/>
          </ac:spMkLst>
        </pc:spChg>
        <pc:spChg chg="add mod">
          <ac:chgData name="Nayanita Bhattacharyya (naybhatt)" userId="cd860502-9a60-49a4-a652-26b41028a487" providerId="ADAL" clId="{5FBCC9D3-D478-4423-9132-DB2C3E8ADB00}" dt="2026-03-03T07:07:56.024" v="225" actId="1076"/>
          <ac:spMkLst>
            <pc:docMk/>
            <pc:sldMk cId="122591351" sldId="2147482683"/>
            <ac:spMk id="15" creationId="{CDF296C7-ECDF-39F6-CBDF-B3CA66DDFB43}"/>
          </ac:spMkLst>
        </pc:spChg>
        <pc:spChg chg="add mod">
          <ac:chgData name="Nayanita Bhattacharyya (naybhatt)" userId="cd860502-9a60-49a4-a652-26b41028a487" providerId="ADAL" clId="{5FBCC9D3-D478-4423-9132-DB2C3E8ADB00}" dt="2026-03-03T07:09:07.112" v="236" actId="207"/>
          <ac:spMkLst>
            <pc:docMk/>
            <pc:sldMk cId="122591351" sldId="2147482683"/>
            <ac:spMk id="16" creationId="{A41B27AD-D694-D89F-0801-6B125CE3FB2F}"/>
          </ac:spMkLst>
        </pc:spChg>
        <pc:spChg chg="add mod">
          <ac:chgData name="Nayanita Bhattacharyya (naybhatt)" userId="cd860502-9a60-49a4-a652-26b41028a487" providerId="ADAL" clId="{5FBCC9D3-D478-4423-9132-DB2C3E8ADB00}" dt="2026-03-03T07:08:47.853" v="233" actId="1076"/>
          <ac:spMkLst>
            <pc:docMk/>
            <pc:sldMk cId="122591351" sldId="2147482683"/>
            <ac:spMk id="17" creationId="{D38C6E00-72CB-56CF-5CB9-7A33469D1030}"/>
          </ac:spMkLst>
        </pc:spChg>
        <pc:spChg chg="add mod">
          <ac:chgData name="Nayanita Bhattacharyya (naybhatt)" userId="cd860502-9a60-49a4-a652-26b41028a487" providerId="ADAL" clId="{5FBCC9D3-D478-4423-9132-DB2C3E8ADB00}" dt="2026-03-05T17:07:40.208" v="473"/>
          <ac:spMkLst>
            <pc:docMk/>
            <pc:sldMk cId="122591351" sldId="2147482683"/>
            <ac:spMk id="19" creationId="{D419F66E-7FEA-EAEE-8F5D-551D6F612C81}"/>
          </ac:spMkLst>
        </pc:spChg>
        <pc:picChg chg="add mod">
          <ac:chgData name="Nayanita Bhattacharyya (naybhatt)" userId="cd860502-9a60-49a4-a652-26b41028a487" providerId="ADAL" clId="{5FBCC9D3-D478-4423-9132-DB2C3E8ADB00}" dt="2026-03-03T07:08:04.517" v="226" actId="1076"/>
          <ac:picMkLst>
            <pc:docMk/>
            <pc:sldMk cId="122591351" sldId="2147482683"/>
            <ac:picMk id="2" creationId="{FFAB5F8F-D349-7A2C-FDBB-456D80CEAA6F}"/>
          </ac:picMkLst>
        </pc:picChg>
        <pc:picChg chg="add mod">
          <ac:chgData name="Nayanita Bhattacharyya (naybhatt)" userId="cd860502-9a60-49a4-a652-26b41028a487" providerId="ADAL" clId="{5FBCC9D3-D478-4423-9132-DB2C3E8ADB00}" dt="2026-03-03T07:07:56.024" v="225" actId="1076"/>
          <ac:picMkLst>
            <pc:docMk/>
            <pc:sldMk cId="122591351" sldId="2147482683"/>
            <ac:picMk id="6" creationId="{8DCA6462-2210-9F26-022C-ACB22C196836}"/>
          </ac:picMkLst>
        </pc:picChg>
        <pc:picChg chg="add mod">
          <ac:chgData name="Nayanita Bhattacharyya (naybhatt)" userId="cd860502-9a60-49a4-a652-26b41028a487" providerId="ADAL" clId="{5FBCC9D3-D478-4423-9132-DB2C3E8ADB00}" dt="2026-03-03T07:09:23.893" v="238" actId="207"/>
          <ac:picMkLst>
            <pc:docMk/>
            <pc:sldMk cId="122591351" sldId="2147482683"/>
            <ac:picMk id="8" creationId="{EC111536-0B06-ADCB-95F4-128D90F49775}"/>
          </ac:picMkLst>
        </pc:picChg>
        <pc:picChg chg="add mod">
          <ac:chgData name="Nayanita Bhattacharyya (naybhatt)" userId="cd860502-9a60-49a4-a652-26b41028a487" providerId="ADAL" clId="{5FBCC9D3-D478-4423-9132-DB2C3E8ADB00}" dt="2026-03-03T07:10:52.760" v="257" actId="1076"/>
          <ac:picMkLst>
            <pc:docMk/>
            <pc:sldMk cId="122591351" sldId="2147482683"/>
            <ac:picMk id="18" creationId="{88A9F440-682E-4D00-BA35-271083CE11E6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CB5016-DF41-449B-B917-478D735BF568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9E06DC-F0E7-4F8C-8614-A32993CFBCDE}">
      <dgm:prSet phldrT="[Text]" custT="1"/>
      <dgm:spPr>
        <a:xfrm>
          <a:off x="3512576" y="39676"/>
          <a:ext cx="1456153" cy="97076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 algn="ctr">
            <a:buNone/>
          </a:pPr>
          <a:r>
            <a:rPr lang="en-US" sz="1400">
              <a:solidFill>
                <a:srgbClr val="FFFFFF"/>
              </a:solidFill>
              <a:latin typeface="CiscoSansTT Light"/>
              <a:ea typeface="+mn-ea"/>
              <a:cs typeface="+mn-cs"/>
            </a:rPr>
            <a:t>Forecasting</a:t>
          </a:r>
        </a:p>
      </dgm:t>
    </dgm:pt>
    <dgm:pt modelId="{B72554B7-84C8-4DA2-BE76-A0E16512BE85}" type="parTrans" cxnId="{C6067EFC-9FDD-4454-99BE-B47E550AD646}">
      <dgm:prSet/>
      <dgm:spPr/>
      <dgm:t>
        <a:bodyPr/>
        <a:lstStyle/>
        <a:p>
          <a:pPr algn="ctr"/>
          <a:endParaRPr lang="en-US" sz="1000"/>
        </a:p>
      </dgm:t>
    </dgm:pt>
    <dgm:pt modelId="{3C0369D2-47AB-4F2E-AA55-68A3B83520CF}" type="sibTrans" cxnId="{C6067EFC-9FDD-4454-99BE-B47E550AD646}">
      <dgm:prSet/>
      <dgm:spPr/>
      <dgm:t>
        <a:bodyPr/>
        <a:lstStyle/>
        <a:p>
          <a:pPr algn="ctr"/>
          <a:endParaRPr lang="en-US" sz="1000"/>
        </a:p>
      </dgm:t>
    </dgm:pt>
    <dgm:pt modelId="{3FFAD2B6-6FAD-405D-AE55-82F27A932204}">
      <dgm:prSet phldrT="[Text]" custT="1"/>
      <dgm:spPr>
        <a:xfrm>
          <a:off x="0" y="1316849"/>
          <a:ext cx="1456153" cy="97076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 algn="ctr">
            <a:buNone/>
          </a:pPr>
          <a:r>
            <a:rPr lang="en-US" sz="1400">
              <a:solidFill>
                <a:srgbClr val="FFFFFF"/>
              </a:solidFill>
              <a:latin typeface="CiscoSansTT Light"/>
              <a:ea typeface="+mn-ea"/>
              <a:cs typeface="+mn-cs"/>
            </a:rPr>
            <a:t>Micro  Forecasting</a:t>
          </a:r>
        </a:p>
      </dgm:t>
    </dgm:pt>
    <dgm:pt modelId="{2820E2FE-9D7F-4DFA-9B7D-97ACB2D0AC2F}" type="parTrans" cxnId="{0992B094-13EB-4744-BEE6-099263314C02}">
      <dgm:prSet/>
      <dgm:spPr>
        <a:xfrm>
          <a:off x="1735952" y="1012872"/>
          <a:ext cx="1334807" cy="305792"/>
        </a:xfrm>
        <a:custGeom>
          <a:avLst/>
          <a:gdLst/>
          <a:ahLst/>
          <a:cxnLst/>
          <a:rect l="0" t="0" r="0" b="0"/>
          <a:pathLst>
            <a:path>
              <a:moveTo>
                <a:pt x="1334807" y="0"/>
              </a:moveTo>
              <a:lnTo>
                <a:pt x="1334807" y="154109"/>
              </a:lnTo>
              <a:lnTo>
                <a:pt x="0" y="154109"/>
              </a:lnTo>
              <a:lnTo>
                <a:pt x="0" y="305792"/>
              </a:lnTo>
            </a:path>
          </a:pathLst>
        </a:custGeom>
        <a:noFill/>
        <a:ln w="25400" cap="flat" cmpd="sng" algn="ctr">
          <a:solidFill>
            <a:srgbClr val="00BCEB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ctr"/>
          <a:endParaRPr lang="en-US" sz="1000"/>
        </a:p>
      </dgm:t>
    </dgm:pt>
    <dgm:pt modelId="{E8DD2933-7E1E-4C32-8BC8-7CFE1A573956}" type="sibTrans" cxnId="{0992B094-13EB-4744-BEE6-099263314C02}">
      <dgm:prSet/>
      <dgm:spPr/>
      <dgm:t>
        <a:bodyPr/>
        <a:lstStyle/>
        <a:p>
          <a:pPr algn="ctr"/>
          <a:endParaRPr lang="en-US" sz="1000"/>
        </a:p>
      </dgm:t>
    </dgm:pt>
    <dgm:pt modelId="{41ABC45C-E1D2-4244-A3FF-BF70D1102C63}">
      <dgm:prSet phldrT="[Text]" custT="1"/>
      <dgm:spPr>
        <a:xfrm>
          <a:off x="4705787" y="1316237"/>
          <a:ext cx="1456153" cy="97076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 algn="ctr">
            <a:buNone/>
          </a:pPr>
          <a:r>
            <a:rPr lang="en-US" sz="1400">
              <a:solidFill>
                <a:srgbClr val="FFFFFF"/>
              </a:solidFill>
              <a:latin typeface="CiscoSansTT Light"/>
              <a:ea typeface="+mn-ea"/>
              <a:cs typeface="+mn-cs"/>
            </a:rPr>
            <a:t>Macro Forecasting</a:t>
          </a:r>
        </a:p>
      </dgm:t>
    </dgm:pt>
    <dgm:pt modelId="{5B55FEE5-5471-4A24-BF50-A0253A5DDA25}" type="parTrans" cxnId="{D7A6F8F0-2621-4F3A-A069-7E32AE55CC0D}">
      <dgm:prSet/>
      <dgm:spPr>
        <a:xfrm>
          <a:off x="3070759" y="1012872"/>
          <a:ext cx="1285715" cy="300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178"/>
              </a:lnTo>
              <a:lnTo>
                <a:pt x="1285715" y="149178"/>
              </a:lnTo>
              <a:lnTo>
                <a:pt x="1285715" y="300860"/>
              </a:lnTo>
            </a:path>
          </a:pathLst>
        </a:custGeom>
        <a:noFill/>
        <a:ln w="25400" cap="flat" cmpd="sng" algn="ctr">
          <a:solidFill>
            <a:srgbClr val="00BCEB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ctr"/>
          <a:endParaRPr lang="en-US" sz="1000"/>
        </a:p>
      </dgm:t>
    </dgm:pt>
    <dgm:pt modelId="{6308982A-E3A4-465E-A94F-6957EAE508DA}" type="sibTrans" cxnId="{D7A6F8F0-2621-4F3A-A069-7E32AE55CC0D}">
      <dgm:prSet/>
      <dgm:spPr/>
      <dgm:t>
        <a:bodyPr/>
        <a:lstStyle/>
        <a:p>
          <a:pPr algn="ctr"/>
          <a:endParaRPr lang="en-US" sz="1000"/>
        </a:p>
      </dgm:t>
    </dgm:pt>
    <dgm:pt modelId="{5F7EE782-EE63-47BA-9C41-75F23E72CE27}">
      <dgm:prSet/>
      <dgm:spPr>
        <a:xfrm>
          <a:off x="862333" y="2592799"/>
          <a:ext cx="1456153" cy="97076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endParaRPr lang="en-US">
            <a:solidFill>
              <a:srgbClr val="414244">
                <a:hueOff val="0"/>
                <a:satOff val="0"/>
                <a:lumOff val="0"/>
                <a:alphaOff val="0"/>
              </a:srgbClr>
            </a:solidFill>
            <a:latin typeface="CiscoSansTT Light"/>
            <a:ea typeface="+mn-ea"/>
            <a:cs typeface="+mn-cs"/>
          </a:endParaRPr>
        </a:p>
      </dgm:t>
    </dgm:pt>
    <dgm:pt modelId="{A1544F96-62DF-48E7-85A7-5A20E3DBA503}" type="parTrans" cxnId="{92D95D68-4508-42F0-90E8-679FCF3ADB7D}">
      <dgm:prSet/>
      <dgm:spPr>
        <a:xfrm>
          <a:off x="376948" y="2289433"/>
          <a:ext cx="1359003" cy="483680"/>
        </a:xfrm>
        <a:custGeom>
          <a:avLst/>
          <a:gdLst/>
          <a:ahLst/>
          <a:cxnLst/>
          <a:rect l="0" t="0" r="0" b="0"/>
          <a:pathLst>
            <a:path>
              <a:moveTo>
                <a:pt x="1359003" y="0"/>
              </a:moveTo>
              <a:lnTo>
                <a:pt x="1359003" y="331998"/>
              </a:lnTo>
              <a:lnTo>
                <a:pt x="0" y="331998"/>
              </a:lnTo>
              <a:lnTo>
                <a:pt x="0" y="483680"/>
              </a:lnTo>
            </a:path>
          </a:pathLst>
        </a:custGeom>
        <a:noFill/>
        <a:ln w="25400" cap="flat" cmpd="sng" algn="ctr">
          <a:solidFill>
            <a:srgbClr val="00BCEB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0C2EEFBB-2024-43D2-9ACB-4695A31A5383}" type="sibTrans" cxnId="{92D95D68-4508-42F0-90E8-679FCF3ADB7D}">
      <dgm:prSet/>
      <dgm:spPr/>
      <dgm:t>
        <a:bodyPr/>
        <a:lstStyle/>
        <a:p>
          <a:endParaRPr lang="en-US"/>
        </a:p>
      </dgm:t>
    </dgm:pt>
    <dgm:pt modelId="{1439CA43-A530-4103-8816-027FBA3EB599}">
      <dgm:prSet/>
      <dgm:spPr>
        <a:xfrm>
          <a:off x="3471197" y="2592799"/>
          <a:ext cx="1456153" cy="97076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endParaRPr lang="en-US">
            <a:solidFill>
              <a:srgbClr val="414244">
                <a:hueOff val="0"/>
                <a:satOff val="0"/>
                <a:lumOff val="0"/>
                <a:alphaOff val="0"/>
              </a:srgbClr>
            </a:solidFill>
            <a:latin typeface="CiscoSansTT Light"/>
            <a:ea typeface="+mn-ea"/>
            <a:cs typeface="+mn-cs"/>
          </a:endParaRPr>
        </a:p>
      </dgm:t>
    </dgm:pt>
    <dgm:pt modelId="{9E9640E1-62EE-4D72-9831-B3F2F81633CC}" type="parTrans" cxnId="{1588E1D6-7F8F-4B7D-95A4-B8C2DF6481EE}">
      <dgm:prSet/>
      <dgm:spPr>
        <a:xfrm>
          <a:off x="1735952" y="2289433"/>
          <a:ext cx="1249860" cy="4820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0396"/>
              </a:lnTo>
              <a:lnTo>
                <a:pt x="1249860" y="330396"/>
              </a:lnTo>
              <a:lnTo>
                <a:pt x="1249860" y="482079"/>
              </a:lnTo>
            </a:path>
          </a:pathLst>
        </a:custGeom>
        <a:noFill/>
        <a:ln w="25400" cap="flat" cmpd="sng" algn="ctr">
          <a:solidFill>
            <a:srgbClr val="00BCEB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402AAEF2-506D-4650-B2DC-8CB20D701100}" type="sibTrans" cxnId="{1588E1D6-7F8F-4B7D-95A4-B8C2DF6481EE}">
      <dgm:prSet/>
      <dgm:spPr/>
      <dgm:t>
        <a:bodyPr/>
        <a:lstStyle/>
        <a:p>
          <a:endParaRPr lang="en-US"/>
        </a:p>
      </dgm:t>
    </dgm:pt>
    <dgm:pt modelId="{0899C587-3088-4D5A-AEA7-112DA55AC2C7}" type="pres">
      <dgm:prSet presAssocID="{8FCB5016-DF41-449B-B917-478D735BF56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1539AE-2520-4F1B-8D27-5546F380D057}" type="pres">
      <dgm:prSet presAssocID="{BB9E06DC-F0E7-4F8C-8614-A32993CFBCDE}" presName="hierRoot1" presStyleCnt="0"/>
      <dgm:spPr/>
    </dgm:pt>
    <dgm:pt modelId="{73D5104A-9F1A-44C2-93D3-73CCA0D4FBA4}" type="pres">
      <dgm:prSet presAssocID="{BB9E06DC-F0E7-4F8C-8614-A32993CFBCDE}" presName="composite" presStyleCnt="0"/>
      <dgm:spPr/>
    </dgm:pt>
    <dgm:pt modelId="{C37C60AA-A70A-4DA9-910D-F3424DC1261F}" type="pres">
      <dgm:prSet presAssocID="{BB9E06DC-F0E7-4F8C-8614-A32993CFBCDE}" presName="image" presStyleLbl="node0" presStyleIdx="0" presStyleCnt="1"/>
      <dgm:spPr>
        <a:xfrm>
          <a:off x="2585375" y="42103"/>
          <a:ext cx="970769" cy="97076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2000" r="-32000"/>
          </a:stretch>
        </a:blipFill>
        <a:ln w="25400" cap="flat" cmpd="sng" algn="ctr">
          <a:solidFill>
            <a:srgbClr val="414244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</dgm:pt>
    <dgm:pt modelId="{81749E02-1BFB-4A91-9A2C-4DAA9D4EC715}" type="pres">
      <dgm:prSet presAssocID="{BB9E06DC-F0E7-4F8C-8614-A32993CFBCDE}" presName="text" presStyleLbl="revTx" presStyleIdx="0" presStyleCnt="5" custLinFactNeighborX="-2992">
        <dgm:presLayoutVars>
          <dgm:chPref val="3"/>
        </dgm:presLayoutVars>
      </dgm:prSet>
      <dgm:spPr/>
    </dgm:pt>
    <dgm:pt modelId="{85E1203D-5BA3-4EF0-B9A0-A2732CE53DB6}" type="pres">
      <dgm:prSet presAssocID="{BB9E06DC-F0E7-4F8C-8614-A32993CFBCDE}" presName="hierChild2" presStyleCnt="0"/>
      <dgm:spPr/>
    </dgm:pt>
    <dgm:pt modelId="{B443F0D7-33E6-482F-8062-C12A7BD630C0}" type="pres">
      <dgm:prSet presAssocID="{2820E2FE-9D7F-4DFA-9B7D-97ACB2D0AC2F}" presName="Name10" presStyleLbl="parChTrans1D2" presStyleIdx="0" presStyleCnt="2"/>
      <dgm:spPr/>
    </dgm:pt>
    <dgm:pt modelId="{E6FD6FEC-8078-44B4-950B-9E21B57916EE}" type="pres">
      <dgm:prSet presAssocID="{3FFAD2B6-6FAD-405D-AE55-82F27A932204}" presName="hierRoot2" presStyleCnt="0"/>
      <dgm:spPr/>
    </dgm:pt>
    <dgm:pt modelId="{DD2230C0-ECCC-4E30-8D5F-7657EDB9DE6B}" type="pres">
      <dgm:prSet presAssocID="{3FFAD2B6-6FAD-405D-AE55-82F27A932204}" presName="composite2" presStyleCnt="0"/>
      <dgm:spPr/>
    </dgm:pt>
    <dgm:pt modelId="{5F509009-88EF-47C2-ACD8-F02D01035163}" type="pres">
      <dgm:prSet presAssocID="{3FFAD2B6-6FAD-405D-AE55-82F27A932204}" presName="image2" presStyleLbl="node2" presStyleIdx="0" presStyleCnt="2"/>
      <dgm:spPr>
        <a:xfrm>
          <a:off x="1250567" y="1318664"/>
          <a:ext cx="970769" cy="970769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  <a:ln w="25400" cap="flat" cmpd="sng" algn="ctr">
          <a:solidFill>
            <a:srgbClr val="414244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</dgm:pt>
    <dgm:pt modelId="{B22050A7-B90F-4991-AC08-8D9928738977}" type="pres">
      <dgm:prSet presAssocID="{3FFAD2B6-6FAD-405D-AE55-82F27A932204}" presName="text2" presStyleLbl="revTx" presStyleIdx="1" presStyleCnt="5" custLinFactX="-53296" custLinFactNeighborX="-100000" custLinFactNeighborY="63">
        <dgm:presLayoutVars>
          <dgm:chPref val="3"/>
        </dgm:presLayoutVars>
      </dgm:prSet>
      <dgm:spPr/>
    </dgm:pt>
    <dgm:pt modelId="{F737F68A-EB6A-4D76-89B9-3F30436EE084}" type="pres">
      <dgm:prSet presAssocID="{3FFAD2B6-6FAD-405D-AE55-82F27A932204}" presName="hierChild3" presStyleCnt="0"/>
      <dgm:spPr/>
    </dgm:pt>
    <dgm:pt modelId="{C599ABB8-BCC9-4ABC-9AD9-35AE19D027DF}" type="pres">
      <dgm:prSet presAssocID="{A1544F96-62DF-48E7-85A7-5A20E3DBA503}" presName="Name17" presStyleLbl="parChTrans1D3" presStyleIdx="0" presStyleCnt="2"/>
      <dgm:spPr/>
    </dgm:pt>
    <dgm:pt modelId="{2E6209F5-C833-445B-87BB-A26ECFEC319F}" type="pres">
      <dgm:prSet presAssocID="{5F7EE782-EE63-47BA-9C41-75F23E72CE27}" presName="hierRoot3" presStyleCnt="0"/>
      <dgm:spPr/>
    </dgm:pt>
    <dgm:pt modelId="{A1078C54-C813-4CEB-9C64-204E1B8D9B6B}" type="pres">
      <dgm:prSet presAssocID="{5F7EE782-EE63-47BA-9C41-75F23E72CE27}" presName="composite3" presStyleCnt="0"/>
      <dgm:spPr/>
    </dgm:pt>
    <dgm:pt modelId="{7B223F8D-4927-40FD-AB20-5AF53823A751}" type="pres">
      <dgm:prSet presAssocID="{5F7EE782-EE63-47BA-9C41-75F23E72CE27}" presName="image3" presStyleLbl="node3" presStyleIdx="0" presStyleCnt="2" custScaleX="77514" custScaleY="63351"/>
      <dgm:spPr>
        <a:xfrm>
          <a:off x="707" y="2773114"/>
          <a:ext cx="752481" cy="614991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rgbClr val="414244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extLst>
        <a:ext uri="{E40237B7-FDA0-4F09-8148-C483321AD2D9}">
          <dgm14:cNvPr xmlns:dgm14="http://schemas.microsoft.com/office/drawing/2010/diagram" id="0" name="" descr="Network diagram with solid fill"/>
        </a:ext>
      </dgm:extLst>
    </dgm:pt>
    <dgm:pt modelId="{9D63B424-7B0A-41FD-AF45-83058C3F16AF}" type="pres">
      <dgm:prSet presAssocID="{5F7EE782-EE63-47BA-9C41-75F23E72CE27}" presName="text3" presStyleLbl="revTx" presStyleIdx="2" presStyleCnt="5">
        <dgm:presLayoutVars>
          <dgm:chPref val="3"/>
        </dgm:presLayoutVars>
      </dgm:prSet>
      <dgm:spPr/>
    </dgm:pt>
    <dgm:pt modelId="{24D352E1-BCD9-4156-B4C8-A796970EC269}" type="pres">
      <dgm:prSet presAssocID="{5F7EE782-EE63-47BA-9C41-75F23E72CE27}" presName="hierChild4" presStyleCnt="0"/>
      <dgm:spPr/>
    </dgm:pt>
    <dgm:pt modelId="{B9EFBBDA-9190-444F-8030-C98AD3997A52}" type="pres">
      <dgm:prSet presAssocID="{9E9640E1-62EE-4D72-9831-B3F2F81633CC}" presName="Name17" presStyleLbl="parChTrans1D3" presStyleIdx="1" presStyleCnt="2"/>
      <dgm:spPr/>
    </dgm:pt>
    <dgm:pt modelId="{911F951B-72D0-41A0-8288-2886EFBA5D5C}" type="pres">
      <dgm:prSet presAssocID="{1439CA43-A530-4103-8816-027FBA3EB599}" presName="hierRoot3" presStyleCnt="0"/>
      <dgm:spPr/>
    </dgm:pt>
    <dgm:pt modelId="{9FD1BDCF-AA73-4F79-AAEB-2B7AD632BFC0}" type="pres">
      <dgm:prSet presAssocID="{1439CA43-A530-4103-8816-027FBA3EB599}" presName="composite3" presStyleCnt="0"/>
      <dgm:spPr/>
    </dgm:pt>
    <dgm:pt modelId="{1E3AF0D4-50C8-4A97-ABE6-3861E01F17AA}" type="pres">
      <dgm:prSet presAssocID="{1439CA43-A530-4103-8816-027FBA3EB599}" presName="image3" presStyleLbl="node3" presStyleIdx="1" presStyleCnt="2" custScaleX="87484" custScaleY="63681"/>
      <dgm:spPr>
        <a:xfrm>
          <a:off x="2561178" y="2771513"/>
          <a:ext cx="849267" cy="618195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rgbClr val="414244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extLst>
        <a:ext uri="{E40237B7-FDA0-4F09-8148-C483321AD2D9}">
          <dgm14:cNvPr xmlns:dgm14="http://schemas.microsoft.com/office/drawing/2010/diagram" id="0" name="" descr="Puzzle with solid fill"/>
        </a:ext>
      </dgm:extLst>
    </dgm:pt>
    <dgm:pt modelId="{4D1269B8-9C8A-40D6-83AE-0AB575143FB1}" type="pres">
      <dgm:prSet presAssocID="{1439CA43-A530-4103-8816-027FBA3EB599}" presName="text3" presStyleLbl="revTx" presStyleIdx="3" presStyleCnt="5">
        <dgm:presLayoutVars>
          <dgm:chPref val="3"/>
        </dgm:presLayoutVars>
      </dgm:prSet>
      <dgm:spPr/>
    </dgm:pt>
    <dgm:pt modelId="{48ACF60F-9E40-44B3-AE7D-3F2D0CCA2302}" type="pres">
      <dgm:prSet presAssocID="{1439CA43-A530-4103-8816-027FBA3EB599}" presName="hierChild4" presStyleCnt="0"/>
      <dgm:spPr/>
    </dgm:pt>
    <dgm:pt modelId="{958F3FD3-8AAA-4016-8670-E9374D7A66AF}" type="pres">
      <dgm:prSet presAssocID="{5B55FEE5-5471-4A24-BF50-A0253A5DDA25}" presName="Name10" presStyleLbl="parChTrans1D2" presStyleIdx="1" presStyleCnt="2"/>
      <dgm:spPr/>
    </dgm:pt>
    <dgm:pt modelId="{903D2577-AEA0-4FD6-B399-2F53990B9199}" type="pres">
      <dgm:prSet presAssocID="{41ABC45C-E1D2-4244-A3FF-BF70D1102C63}" presName="hierRoot2" presStyleCnt="0"/>
      <dgm:spPr/>
    </dgm:pt>
    <dgm:pt modelId="{598539C2-5F3D-4004-B34B-1B400AF5B9B1}" type="pres">
      <dgm:prSet presAssocID="{41ABC45C-E1D2-4244-A3FF-BF70D1102C63}" presName="composite2" presStyleCnt="0"/>
      <dgm:spPr/>
    </dgm:pt>
    <dgm:pt modelId="{D766DEBD-F4E5-4301-AC75-0998933345AA}" type="pres">
      <dgm:prSet presAssocID="{41ABC45C-E1D2-4244-A3FF-BF70D1102C63}" presName="image2" presStyleLbl="node2" presStyleIdx="1" presStyleCnt="2" custLinFactNeighborX="-5057" custLinFactNeighborY="-508"/>
      <dgm:spPr>
        <a:xfrm>
          <a:off x="3871090" y="1313733"/>
          <a:ext cx="970769" cy="970769"/>
        </a:xfrm>
        <a:prstGeom prst="ellipse">
          <a:avLst/>
        </a:prstGeom>
        <a:blipFill rotWithShape="1">
          <a:blip xmlns:r="http://schemas.openxmlformats.org/officeDocument/2006/relationships" r:embed="rId7"/>
          <a:srcRect/>
          <a:stretch>
            <a:fillRect l="-44000" r="-44000"/>
          </a:stretch>
        </a:blipFill>
        <a:ln w="25400" cap="flat" cmpd="sng" algn="ctr">
          <a:solidFill>
            <a:srgbClr val="414244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</dgm:pt>
    <dgm:pt modelId="{29CEB68C-4AA3-4838-8EC7-0A3E00EBEF26}" type="pres">
      <dgm:prSet presAssocID="{41ABC45C-E1D2-4244-A3FF-BF70D1102C63}" presName="text2" presStyleLbl="revTx" presStyleIdx="4" presStyleCnt="5" custLinFactNeighborX="-12716">
        <dgm:presLayoutVars>
          <dgm:chPref val="3"/>
        </dgm:presLayoutVars>
      </dgm:prSet>
      <dgm:spPr/>
    </dgm:pt>
    <dgm:pt modelId="{D2006F6C-FAEB-409D-B78B-5603924FF145}" type="pres">
      <dgm:prSet presAssocID="{41ABC45C-E1D2-4244-A3FF-BF70D1102C63}" presName="hierChild3" presStyleCnt="0"/>
      <dgm:spPr/>
    </dgm:pt>
  </dgm:ptLst>
  <dgm:cxnLst>
    <dgm:cxn modelId="{50DD0826-15DE-4D06-B8A7-B7410CE91676}" type="presOf" srcId="{41ABC45C-E1D2-4244-A3FF-BF70D1102C63}" destId="{29CEB68C-4AA3-4838-8EC7-0A3E00EBEF26}" srcOrd="0" destOrd="0" presId="urn:microsoft.com/office/officeart/2009/layout/CirclePictureHierarchy"/>
    <dgm:cxn modelId="{A01C202C-C130-4239-A148-3F3232B2FF18}" type="presOf" srcId="{BB9E06DC-F0E7-4F8C-8614-A32993CFBCDE}" destId="{81749E02-1BFB-4A91-9A2C-4DAA9D4EC715}" srcOrd="0" destOrd="0" presId="urn:microsoft.com/office/officeart/2009/layout/CirclePictureHierarchy"/>
    <dgm:cxn modelId="{E5B0E545-5D8F-4C37-9217-F7EF19C8A93A}" type="presOf" srcId="{A1544F96-62DF-48E7-85A7-5A20E3DBA503}" destId="{C599ABB8-BCC9-4ABC-9AD9-35AE19D027DF}" srcOrd="0" destOrd="0" presId="urn:microsoft.com/office/officeart/2009/layout/CirclePictureHierarchy"/>
    <dgm:cxn modelId="{92D95D68-4508-42F0-90E8-679FCF3ADB7D}" srcId="{3FFAD2B6-6FAD-405D-AE55-82F27A932204}" destId="{5F7EE782-EE63-47BA-9C41-75F23E72CE27}" srcOrd="0" destOrd="0" parTransId="{A1544F96-62DF-48E7-85A7-5A20E3DBA503}" sibTransId="{0C2EEFBB-2024-43D2-9ACB-4695A31A5383}"/>
    <dgm:cxn modelId="{F256EE75-F3F3-4F98-9227-B807F1A0384B}" type="presOf" srcId="{5B55FEE5-5471-4A24-BF50-A0253A5DDA25}" destId="{958F3FD3-8AAA-4016-8670-E9374D7A66AF}" srcOrd="0" destOrd="0" presId="urn:microsoft.com/office/officeart/2009/layout/CirclePictureHierarchy"/>
    <dgm:cxn modelId="{C0EFD878-C446-4BA6-9505-1E9C68E85218}" type="presOf" srcId="{1439CA43-A530-4103-8816-027FBA3EB599}" destId="{4D1269B8-9C8A-40D6-83AE-0AB575143FB1}" srcOrd="0" destOrd="0" presId="urn:microsoft.com/office/officeart/2009/layout/CirclePictureHierarchy"/>
    <dgm:cxn modelId="{84944B82-8FD0-4836-ADD8-46E5C3A86003}" type="presOf" srcId="{9E9640E1-62EE-4D72-9831-B3F2F81633CC}" destId="{B9EFBBDA-9190-444F-8030-C98AD3997A52}" srcOrd="0" destOrd="0" presId="urn:microsoft.com/office/officeart/2009/layout/CirclePictureHierarchy"/>
    <dgm:cxn modelId="{0992B094-13EB-4744-BEE6-099263314C02}" srcId="{BB9E06DC-F0E7-4F8C-8614-A32993CFBCDE}" destId="{3FFAD2B6-6FAD-405D-AE55-82F27A932204}" srcOrd="0" destOrd="0" parTransId="{2820E2FE-9D7F-4DFA-9B7D-97ACB2D0AC2F}" sibTransId="{E8DD2933-7E1E-4C32-8BC8-7CFE1A573956}"/>
    <dgm:cxn modelId="{0B0A3EC1-F452-4BA6-864A-2395FB531E93}" type="presOf" srcId="{8FCB5016-DF41-449B-B917-478D735BF568}" destId="{0899C587-3088-4D5A-AEA7-112DA55AC2C7}" srcOrd="0" destOrd="0" presId="urn:microsoft.com/office/officeart/2009/layout/CirclePictureHierarchy"/>
    <dgm:cxn modelId="{08E0AAD5-1D4A-45EC-B210-20B7DF0929E7}" type="presOf" srcId="{3FFAD2B6-6FAD-405D-AE55-82F27A932204}" destId="{B22050A7-B90F-4991-AC08-8D9928738977}" srcOrd="0" destOrd="0" presId="urn:microsoft.com/office/officeart/2009/layout/CirclePictureHierarchy"/>
    <dgm:cxn modelId="{1588E1D6-7F8F-4B7D-95A4-B8C2DF6481EE}" srcId="{3FFAD2B6-6FAD-405D-AE55-82F27A932204}" destId="{1439CA43-A530-4103-8816-027FBA3EB599}" srcOrd="1" destOrd="0" parTransId="{9E9640E1-62EE-4D72-9831-B3F2F81633CC}" sibTransId="{402AAEF2-506D-4650-B2DC-8CB20D701100}"/>
    <dgm:cxn modelId="{D7A6F8F0-2621-4F3A-A069-7E32AE55CC0D}" srcId="{BB9E06DC-F0E7-4F8C-8614-A32993CFBCDE}" destId="{41ABC45C-E1D2-4244-A3FF-BF70D1102C63}" srcOrd="1" destOrd="0" parTransId="{5B55FEE5-5471-4A24-BF50-A0253A5DDA25}" sibTransId="{6308982A-E3A4-465E-A94F-6957EAE508DA}"/>
    <dgm:cxn modelId="{60F5BAF2-B4AF-4614-BB92-4F4705C2948A}" type="presOf" srcId="{2820E2FE-9D7F-4DFA-9B7D-97ACB2D0AC2F}" destId="{B443F0D7-33E6-482F-8062-C12A7BD630C0}" srcOrd="0" destOrd="0" presId="urn:microsoft.com/office/officeart/2009/layout/CirclePictureHierarchy"/>
    <dgm:cxn modelId="{CD4F4EF5-B2F8-4938-95D7-AFE4C9A8A790}" type="presOf" srcId="{5F7EE782-EE63-47BA-9C41-75F23E72CE27}" destId="{9D63B424-7B0A-41FD-AF45-83058C3F16AF}" srcOrd="0" destOrd="0" presId="urn:microsoft.com/office/officeart/2009/layout/CirclePictureHierarchy"/>
    <dgm:cxn modelId="{C6067EFC-9FDD-4454-99BE-B47E550AD646}" srcId="{8FCB5016-DF41-449B-B917-478D735BF568}" destId="{BB9E06DC-F0E7-4F8C-8614-A32993CFBCDE}" srcOrd="0" destOrd="0" parTransId="{B72554B7-84C8-4DA2-BE76-A0E16512BE85}" sibTransId="{3C0369D2-47AB-4F2E-AA55-68A3B83520CF}"/>
    <dgm:cxn modelId="{59881E5C-0592-43BE-8BDC-9515FE7D0592}" type="presParOf" srcId="{0899C587-3088-4D5A-AEA7-112DA55AC2C7}" destId="{951539AE-2520-4F1B-8D27-5546F380D057}" srcOrd="0" destOrd="0" presId="urn:microsoft.com/office/officeart/2009/layout/CirclePictureHierarchy"/>
    <dgm:cxn modelId="{C0205EE4-17F7-4662-8F36-11F8B5B79665}" type="presParOf" srcId="{951539AE-2520-4F1B-8D27-5546F380D057}" destId="{73D5104A-9F1A-44C2-93D3-73CCA0D4FBA4}" srcOrd="0" destOrd="0" presId="urn:microsoft.com/office/officeart/2009/layout/CirclePictureHierarchy"/>
    <dgm:cxn modelId="{735D5F04-960B-41BB-9A8F-9B4DAD5DC2F5}" type="presParOf" srcId="{73D5104A-9F1A-44C2-93D3-73CCA0D4FBA4}" destId="{C37C60AA-A70A-4DA9-910D-F3424DC1261F}" srcOrd="0" destOrd="0" presId="urn:microsoft.com/office/officeart/2009/layout/CirclePictureHierarchy"/>
    <dgm:cxn modelId="{3410A1C5-E31F-44C1-A805-C1135330AE84}" type="presParOf" srcId="{73D5104A-9F1A-44C2-93D3-73CCA0D4FBA4}" destId="{81749E02-1BFB-4A91-9A2C-4DAA9D4EC715}" srcOrd="1" destOrd="0" presId="urn:microsoft.com/office/officeart/2009/layout/CirclePictureHierarchy"/>
    <dgm:cxn modelId="{C925BFF8-40C7-4D4A-95DD-E997827318AE}" type="presParOf" srcId="{951539AE-2520-4F1B-8D27-5546F380D057}" destId="{85E1203D-5BA3-4EF0-B9A0-A2732CE53DB6}" srcOrd="1" destOrd="0" presId="urn:microsoft.com/office/officeart/2009/layout/CirclePictureHierarchy"/>
    <dgm:cxn modelId="{306F60F3-1D50-4306-B4C3-57DA609ECB7D}" type="presParOf" srcId="{85E1203D-5BA3-4EF0-B9A0-A2732CE53DB6}" destId="{B443F0D7-33E6-482F-8062-C12A7BD630C0}" srcOrd="0" destOrd="0" presId="urn:microsoft.com/office/officeart/2009/layout/CirclePictureHierarchy"/>
    <dgm:cxn modelId="{6F60559F-0F70-4709-B65E-6041C3E4DCBC}" type="presParOf" srcId="{85E1203D-5BA3-4EF0-B9A0-A2732CE53DB6}" destId="{E6FD6FEC-8078-44B4-950B-9E21B57916EE}" srcOrd="1" destOrd="0" presId="urn:microsoft.com/office/officeart/2009/layout/CirclePictureHierarchy"/>
    <dgm:cxn modelId="{D77513A0-3934-4AFC-B598-7FD4CF44D9E1}" type="presParOf" srcId="{E6FD6FEC-8078-44B4-950B-9E21B57916EE}" destId="{DD2230C0-ECCC-4E30-8D5F-7657EDB9DE6B}" srcOrd="0" destOrd="0" presId="urn:microsoft.com/office/officeart/2009/layout/CirclePictureHierarchy"/>
    <dgm:cxn modelId="{0A46E230-0A59-4163-A041-9D8C86B92BE2}" type="presParOf" srcId="{DD2230C0-ECCC-4E30-8D5F-7657EDB9DE6B}" destId="{5F509009-88EF-47C2-ACD8-F02D01035163}" srcOrd="0" destOrd="0" presId="urn:microsoft.com/office/officeart/2009/layout/CirclePictureHierarchy"/>
    <dgm:cxn modelId="{6E66AEB6-9568-45FA-8F8E-C70AABC3E6EB}" type="presParOf" srcId="{DD2230C0-ECCC-4E30-8D5F-7657EDB9DE6B}" destId="{B22050A7-B90F-4991-AC08-8D9928738977}" srcOrd="1" destOrd="0" presId="urn:microsoft.com/office/officeart/2009/layout/CirclePictureHierarchy"/>
    <dgm:cxn modelId="{EE32B486-8620-45D7-8CEF-1B322FCDE184}" type="presParOf" srcId="{E6FD6FEC-8078-44B4-950B-9E21B57916EE}" destId="{F737F68A-EB6A-4D76-89B9-3F30436EE084}" srcOrd="1" destOrd="0" presId="urn:microsoft.com/office/officeart/2009/layout/CirclePictureHierarchy"/>
    <dgm:cxn modelId="{239FF337-2E92-4C43-8BF8-CB0F7BB49A8C}" type="presParOf" srcId="{F737F68A-EB6A-4D76-89B9-3F30436EE084}" destId="{C599ABB8-BCC9-4ABC-9AD9-35AE19D027DF}" srcOrd="0" destOrd="0" presId="urn:microsoft.com/office/officeart/2009/layout/CirclePictureHierarchy"/>
    <dgm:cxn modelId="{DE7783D2-43A3-480A-A000-BB9743053CC1}" type="presParOf" srcId="{F737F68A-EB6A-4D76-89B9-3F30436EE084}" destId="{2E6209F5-C833-445B-87BB-A26ECFEC319F}" srcOrd="1" destOrd="0" presId="urn:microsoft.com/office/officeart/2009/layout/CirclePictureHierarchy"/>
    <dgm:cxn modelId="{009D635E-C6C4-46A5-ADD6-7101B8868FE1}" type="presParOf" srcId="{2E6209F5-C833-445B-87BB-A26ECFEC319F}" destId="{A1078C54-C813-4CEB-9C64-204E1B8D9B6B}" srcOrd="0" destOrd="0" presId="urn:microsoft.com/office/officeart/2009/layout/CirclePictureHierarchy"/>
    <dgm:cxn modelId="{42C24465-D4A9-49F8-9089-3E735C4C8179}" type="presParOf" srcId="{A1078C54-C813-4CEB-9C64-204E1B8D9B6B}" destId="{7B223F8D-4927-40FD-AB20-5AF53823A751}" srcOrd="0" destOrd="0" presId="urn:microsoft.com/office/officeart/2009/layout/CirclePictureHierarchy"/>
    <dgm:cxn modelId="{2BF851B1-85D7-4F47-836E-ABA4A9E3D876}" type="presParOf" srcId="{A1078C54-C813-4CEB-9C64-204E1B8D9B6B}" destId="{9D63B424-7B0A-41FD-AF45-83058C3F16AF}" srcOrd="1" destOrd="0" presId="urn:microsoft.com/office/officeart/2009/layout/CirclePictureHierarchy"/>
    <dgm:cxn modelId="{57087445-A331-4EF7-B40B-1579733EA467}" type="presParOf" srcId="{2E6209F5-C833-445B-87BB-A26ECFEC319F}" destId="{24D352E1-BCD9-4156-B4C8-A796970EC269}" srcOrd="1" destOrd="0" presId="urn:microsoft.com/office/officeart/2009/layout/CirclePictureHierarchy"/>
    <dgm:cxn modelId="{D8760148-0C68-4F20-A7BA-8C6FA9FDAE96}" type="presParOf" srcId="{F737F68A-EB6A-4D76-89B9-3F30436EE084}" destId="{B9EFBBDA-9190-444F-8030-C98AD3997A52}" srcOrd="2" destOrd="0" presId="urn:microsoft.com/office/officeart/2009/layout/CirclePictureHierarchy"/>
    <dgm:cxn modelId="{2F7446E4-E9E9-4F15-8350-EA9F7FCECDA7}" type="presParOf" srcId="{F737F68A-EB6A-4D76-89B9-3F30436EE084}" destId="{911F951B-72D0-41A0-8288-2886EFBA5D5C}" srcOrd="3" destOrd="0" presId="urn:microsoft.com/office/officeart/2009/layout/CirclePictureHierarchy"/>
    <dgm:cxn modelId="{29770DE9-127B-4BEC-A886-9B5B5078CF3A}" type="presParOf" srcId="{911F951B-72D0-41A0-8288-2886EFBA5D5C}" destId="{9FD1BDCF-AA73-4F79-AAEB-2B7AD632BFC0}" srcOrd="0" destOrd="0" presId="urn:microsoft.com/office/officeart/2009/layout/CirclePictureHierarchy"/>
    <dgm:cxn modelId="{CA2DA0F8-A673-4717-A79E-E56F697CCCFA}" type="presParOf" srcId="{9FD1BDCF-AA73-4F79-AAEB-2B7AD632BFC0}" destId="{1E3AF0D4-50C8-4A97-ABE6-3861E01F17AA}" srcOrd="0" destOrd="0" presId="urn:microsoft.com/office/officeart/2009/layout/CirclePictureHierarchy"/>
    <dgm:cxn modelId="{4D6649DE-810D-4886-B343-27FEAD82477E}" type="presParOf" srcId="{9FD1BDCF-AA73-4F79-AAEB-2B7AD632BFC0}" destId="{4D1269B8-9C8A-40D6-83AE-0AB575143FB1}" srcOrd="1" destOrd="0" presId="urn:microsoft.com/office/officeart/2009/layout/CirclePictureHierarchy"/>
    <dgm:cxn modelId="{B4849B8C-FB1E-4CD4-B33F-64C7EC7633B4}" type="presParOf" srcId="{911F951B-72D0-41A0-8288-2886EFBA5D5C}" destId="{48ACF60F-9E40-44B3-AE7D-3F2D0CCA2302}" srcOrd="1" destOrd="0" presId="urn:microsoft.com/office/officeart/2009/layout/CirclePictureHierarchy"/>
    <dgm:cxn modelId="{0783F9B5-ED05-40AD-8D20-940F235C649C}" type="presParOf" srcId="{85E1203D-5BA3-4EF0-B9A0-A2732CE53DB6}" destId="{958F3FD3-8AAA-4016-8670-E9374D7A66AF}" srcOrd="2" destOrd="0" presId="urn:microsoft.com/office/officeart/2009/layout/CirclePictureHierarchy"/>
    <dgm:cxn modelId="{728D9787-1A74-4708-B41B-1348D08384EE}" type="presParOf" srcId="{85E1203D-5BA3-4EF0-B9A0-A2732CE53DB6}" destId="{903D2577-AEA0-4FD6-B399-2F53990B9199}" srcOrd="3" destOrd="0" presId="urn:microsoft.com/office/officeart/2009/layout/CirclePictureHierarchy"/>
    <dgm:cxn modelId="{1B92FEB8-802F-46E0-8352-F12FF1806AB8}" type="presParOf" srcId="{903D2577-AEA0-4FD6-B399-2F53990B9199}" destId="{598539C2-5F3D-4004-B34B-1B400AF5B9B1}" srcOrd="0" destOrd="0" presId="urn:microsoft.com/office/officeart/2009/layout/CirclePictureHierarchy"/>
    <dgm:cxn modelId="{DE6A76E6-7287-4701-AB40-9143DA5B6947}" type="presParOf" srcId="{598539C2-5F3D-4004-B34B-1B400AF5B9B1}" destId="{D766DEBD-F4E5-4301-AC75-0998933345AA}" srcOrd="0" destOrd="0" presId="urn:microsoft.com/office/officeart/2009/layout/CirclePictureHierarchy"/>
    <dgm:cxn modelId="{8CAD3803-0141-42C8-A384-D313C20DD9C9}" type="presParOf" srcId="{598539C2-5F3D-4004-B34B-1B400AF5B9B1}" destId="{29CEB68C-4AA3-4838-8EC7-0A3E00EBEF26}" srcOrd="1" destOrd="0" presId="urn:microsoft.com/office/officeart/2009/layout/CirclePictureHierarchy"/>
    <dgm:cxn modelId="{D145C5D2-29B0-48D5-A42C-D44777056E13}" type="presParOf" srcId="{903D2577-AEA0-4FD6-B399-2F53990B9199}" destId="{D2006F6C-FAEB-409D-B78B-5603924FF145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F3FD3-8AAA-4016-8670-E9374D7A66AF}">
      <dsp:nvSpPr>
        <dsp:cNvPr id="0" name=""/>
        <dsp:cNvSpPr/>
      </dsp:nvSpPr>
      <dsp:spPr>
        <a:xfrm>
          <a:off x="3070759" y="1012872"/>
          <a:ext cx="1285715" cy="300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178"/>
              </a:lnTo>
              <a:lnTo>
                <a:pt x="1285715" y="149178"/>
              </a:lnTo>
              <a:lnTo>
                <a:pt x="1285715" y="300860"/>
              </a:lnTo>
            </a:path>
          </a:pathLst>
        </a:custGeom>
        <a:noFill/>
        <a:ln w="25400" cap="flat" cmpd="sng" algn="ctr">
          <a:solidFill>
            <a:srgbClr val="00BCEB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EFBBDA-9190-444F-8030-C98AD3997A52}">
      <dsp:nvSpPr>
        <dsp:cNvPr id="0" name=""/>
        <dsp:cNvSpPr/>
      </dsp:nvSpPr>
      <dsp:spPr>
        <a:xfrm>
          <a:off x="1735952" y="2289433"/>
          <a:ext cx="1249860" cy="4820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0396"/>
              </a:lnTo>
              <a:lnTo>
                <a:pt x="1249860" y="330396"/>
              </a:lnTo>
              <a:lnTo>
                <a:pt x="1249860" y="482079"/>
              </a:lnTo>
            </a:path>
          </a:pathLst>
        </a:custGeom>
        <a:noFill/>
        <a:ln w="25400" cap="flat" cmpd="sng" algn="ctr">
          <a:solidFill>
            <a:srgbClr val="00BCEB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99ABB8-BCC9-4ABC-9AD9-35AE19D027DF}">
      <dsp:nvSpPr>
        <dsp:cNvPr id="0" name=""/>
        <dsp:cNvSpPr/>
      </dsp:nvSpPr>
      <dsp:spPr>
        <a:xfrm>
          <a:off x="376948" y="2289433"/>
          <a:ext cx="1359003" cy="483680"/>
        </a:xfrm>
        <a:custGeom>
          <a:avLst/>
          <a:gdLst/>
          <a:ahLst/>
          <a:cxnLst/>
          <a:rect l="0" t="0" r="0" b="0"/>
          <a:pathLst>
            <a:path>
              <a:moveTo>
                <a:pt x="1359003" y="0"/>
              </a:moveTo>
              <a:lnTo>
                <a:pt x="1359003" y="331998"/>
              </a:lnTo>
              <a:lnTo>
                <a:pt x="0" y="331998"/>
              </a:lnTo>
              <a:lnTo>
                <a:pt x="0" y="483680"/>
              </a:lnTo>
            </a:path>
          </a:pathLst>
        </a:custGeom>
        <a:noFill/>
        <a:ln w="25400" cap="flat" cmpd="sng" algn="ctr">
          <a:solidFill>
            <a:srgbClr val="00BCEB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43F0D7-33E6-482F-8062-C12A7BD630C0}">
      <dsp:nvSpPr>
        <dsp:cNvPr id="0" name=""/>
        <dsp:cNvSpPr/>
      </dsp:nvSpPr>
      <dsp:spPr>
        <a:xfrm>
          <a:off x="1735952" y="1012872"/>
          <a:ext cx="1334807" cy="305792"/>
        </a:xfrm>
        <a:custGeom>
          <a:avLst/>
          <a:gdLst/>
          <a:ahLst/>
          <a:cxnLst/>
          <a:rect l="0" t="0" r="0" b="0"/>
          <a:pathLst>
            <a:path>
              <a:moveTo>
                <a:pt x="1334807" y="0"/>
              </a:moveTo>
              <a:lnTo>
                <a:pt x="1334807" y="154109"/>
              </a:lnTo>
              <a:lnTo>
                <a:pt x="0" y="154109"/>
              </a:lnTo>
              <a:lnTo>
                <a:pt x="0" y="305792"/>
              </a:lnTo>
            </a:path>
          </a:pathLst>
        </a:custGeom>
        <a:noFill/>
        <a:ln w="25400" cap="flat" cmpd="sng" algn="ctr">
          <a:solidFill>
            <a:srgbClr val="00BCEB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7C60AA-A70A-4DA9-910D-F3424DC1261F}">
      <dsp:nvSpPr>
        <dsp:cNvPr id="0" name=""/>
        <dsp:cNvSpPr/>
      </dsp:nvSpPr>
      <dsp:spPr>
        <a:xfrm>
          <a:off x="2585375" y="42103"/>
          <a:ext cx="970769" cy="97076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2000" r="-32000"/>
          </a:stretch>
        </a:blipFill>
        <a:ln w="25400" cap="flat" cmpd="sng" algn="ctr">
          <a:solidFill>
            <a:srgbClr val="414244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749E02-1BFB-4A91-9A2C-4DAA9D4EC715}">
      <dsp:nvSpPr>
        <dsp:cNvPr id="0" name=""/>
        <dsp:cNvSpPr/>
      </dsp:nvSpPr>
      <dsp:spPr>
        <a:xfrm>
          <a:off x="3512576" y="39676"/>
          <a:ext cx="1456153" cy="970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FFFFFF"/>
              </a:solidFill>
              <a:latin typeface="CiscoSansTT Light"/>
              <a:ea typeface="+mn-ea"/>
              <a:cs typeface="+mn-cs"/>
            </a:rPr>
            <a:t>Forecasting</a:t>
          </a:r>
        </a:p>
      </dsp:txBody>
      <dsp:txXfrm>
        <a:off x="3512576" y="39676"/>
        <a:ext cx="1456153" cy="970769"/>
      </dsp:txXfrm>
    </dsp:sp>
    <dsp:sp modelId="{5F509009-88EF-47C2-ACD8-F02D01035163}">
      <dsp:nvSpPr>
        <dsp:cNvPr id="0" name=""/>
        <dsp:cNvSpPr/>
      </dsp:nvSpPr>
      <dsp:spPr>
        <a:xfrm>
          <a:off x="1250567" y="1318664"/>
          <a:ext cx="970769" cy="970769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  <a:ln w="25400" cap="flat" cmpd="sng" algn="ctr">
          <a:solidFill>
            <a:srgbClr val="414244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050A7-B90F-4991-AC08-8D9928738977}">
      <dsp:nvSpPr>
        <dsp:cNvPr id="0" name=""/>
        <dsp:cNvSpPr/>
      </dsp:nvSpPr>
      <dsp:spPr>
        <a:xfrm>
          <a:off x="0" y="1316849"/>
          <a:ext cx="1456153" cy="970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FFFFFF"/>
              </a:solidFill>
              <a:latin typeface="CiscoSansTT Light"/>
              <a:ea typeface="+mn-ea"/>
              <a:cs typeface="+mn-cs"/>
            </a:rPr>
            <a:t>Micro  Forecasting</a:t>
          </a:r>
        </a:p>
      </dsp:txBody>
      <dsp:txXfrm>
        <a:off x="0" y="1316849"/>
        <a:ext cx="1456153" cy="970769"/>
      </dsp:txXfrm>
    </dsp:sp>
    <dsp:sp modelId="{7B223F8D-4927-40FD-AB20-5AF53823A751}">
      <dsp:nvSpPr>
        <dsp:cNvPr id="0" name=""/>
        <dsp:cNvSpPr/>
      </dsp:nvSpPr>
      <dsp:spPr>
        <a:xfrm>
          <a:off x="707" y="2773114"/>
          <a:ext cx="752481" cy="614991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rgbClr val="414244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63B424-7B0A-41FD-AF45-83058C3F16AF}">
      <dsp:nvSpPr>
        <dsp:cNvPr id="0" name=""/>
        <dsp:cNvSpPr/>
      </dsp:nvSpPr>
      <dsp:spPr>
        <a:xfrm>
          <a:off x="862333" y="2592799"/>
          <a:ext cx="1456153" cy="970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>
            <a:solidFill>
              <a:srgbClr val="414244">
                <a:hueOff val="0"/>
                <a:satOff val="0"/>
                <a:lumOff val="0"/>
                <a:alphaOff val="0"/>
              </a:srgbClr>
            </a:solidFill>
            <a:latin typeface="CiscoSansTT Light"/>
            <a:ea typeface="+mn-ea"/>
            <a:cs typeface="+mn-cs"/>
          </a:endParaRPr>
        </a:p>
      </dsp:txBody>
      <dsp:txXfrm>
        <a:off x="862333" y="2592799"/>
        <a:ext cx="1456153" cy="970769"/>
      </dsp:txXfrm>
    </dsp:sp>
    <dsp:sp modelId="{1E3AF0D4-50C8-4A97-ABE6-3861E01F17AA}">
      <dsp:nvSpPr>
        <dsp:cNvPr id="0" name=""/>
        <dsp:cNvSpPr/>
      </dsp:nvSpPr>
      <dsp:spPr>
        <a:xfrm>
          <a:off x="2561178" y="2771513"/>
          <a:ext cx="849267" cy="618195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rgbClr val="414244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269B8-9C8A-40D6-83AE-0AB575143FB1}">
      <dsp:nvSpPr>
        <dsp:cNvPr id="0" name=""/>
        <dsp:cNvSpPr/>
      </dsp:nvSpPr>
      <dsp:spPr>
        <a:xfrm>
          <a:off x="3471197" y="2592799"/>
          <a:ext cx="1456153" cy="970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>
            <a:solidFill>
              <a:srgbClr val="414244">
                <a:hueOff val="0"/>
                <a:satOff val="0"/>
                <a:lumOff val="0"/>
                <a:alphaOff val="0"/>
              </a:srgbClr>
            </a:solidFill>
            <a:latin typeface="CiscoSansTT Light"/>
            <a:ea typeface="+mn-ea"/>
            <a:cs typeface="+mn-cs"/>
          </a:endParaRPr>
        </a:p>
      </dsp:txBody>
      <dsp:txXfrm>
        <a:off x="3471197" y="2592799"/>
        <a:ext cx="1456153" cy="970769"/>
      </dsp:txXfrm>
    </dsp:sp>
    <dsp:sp modelId="{D766DEBD-F4E5-4301-AC75-0998933345AA}">
      <dsp:nvSpPr>
        <dsp:cNvPr id="0" name=""/>
        <dsp:cNvSpPr/>
      </dsp:nvSpPr>
      <dsp:spPr>
        <a:xfrm>
          <a:off x="3871090" y="1313733"/>
          <a:ext cx="970769" cy="970769"/>
        </a:xfrm>
        <a:prstGeom prst="ellipse">
          <a:avLst/>
        </a:prstGeom>
        <a:blipFill rotWithShape="1">
          <a:blip xmlns:r="http://schemas.openxmlformats.org/officeDocument/2006/relationships" r:embed="rId7"/>
          <a:srcRect/>
          <a:stretch>
            <a:fillRect l="-44000" r="-44000"/>
          </a:stretch>
        </a:blipFill>
        <a:ln w="25400" cap="flat" cmpd="sng" algn="ctr">
          <a:solidFill>
            <a:srgbClr val="414244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EB68C-4AA3-4838-8EC7-0A3E00EBEF26}">
      <dsp:nvSpPr>
        <dsp:cNvPr id="0" name=""/>
        <dsp:cNvSpPr/>
      </dsp:nvSpPr>
      <dsp:spPr>
        <a:xfrm>
          <a:off x="4705787" y="1316237"/>
          <a:ext cx="1456153" cy="970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FFFFFF"/>
              </a:solidFill>
              <a:latin typeface="CiscoSansTT Light"/>
              <a:ea typeface="+mn-ea"/>
              <a:cs typeface="+mn-cs"/>
            </a:rPr>
            <a:t>Macro Forecasting</a:t>
          </a:r>
        </a:p>
      </dsp:txBody>
      <dsp:txXfrm>
        <a:off x="4705787" y="1316237"/>
        <a:ext cx="1456153" cy="970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04654-D810-4ADF-A400-B4AC65DF053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2A4D-BABD-43FE-AFB3-662710DE1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821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053D4-81C1-8724-54D1-2F1130E13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7AFB42-B115-2B76-9289-280C083AE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639E9-0CED-DF79-64FE-22ED291D4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19426-3D53-A3BD-1626-505CA16DE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BB4990-0A23-4A10-BE7D-7E64CAB85B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scoSansT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4122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F02B4-9B67-415D-CE20-C5F49E897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939DB-8A85-3554-F726-B35D9BBD0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53980-F4CB-AC48-50E2-E80F640FB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C0459-131B-E14F-B7C8-572781234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BB4990-0A23-4A10-BE7D-7E64CAB85B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scoSansT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8159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F02B4-9B67-415D-CE20-C5F49E897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939DB-8A85-3554-F726-B35D9BBD0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53980-F4CB-AC48-50E2-E80F640FB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C0459-131B-E14F-B7C8-572781234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BB4990-0A23-4A10-BE7D-7E64CAB85B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scoSansT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8159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12A4D-BABD-43FE-AFB3-662710DE18A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59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013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5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3125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06248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932688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35814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00879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 Light" panose="020B0503020201020303" pitchFamily="34" charset="0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1B2C2-F1AC-43FD-319F-5E15E46CDB39}"/>
              </a:ext>
            </a:extLst>
          </p:cNvPr>
          <p:cNvSpPr txBox="1"/>
          <p:nvPr userDrawn="1"/>
        </p:nvSpPr>
        <p:spPr>
          <a:xfrm>
            <a:off x="1066800" y="65227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09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23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24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64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20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74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05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483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13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767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145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953DF5-78A1-7006-522C-1EF18B91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952500"/>
            <a:ext cx="11544300" cy="51228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53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 Column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82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211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71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27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098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66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3716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96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6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13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86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4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45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71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28016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57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8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9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40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01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7937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37160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43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05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95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0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63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50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14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14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42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82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58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28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489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30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75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2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953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458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2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 userDrawn="1"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 userDrawn="1"/>
        </p:nvPicPr>
        <p:blipFill>
          <a:blip r:embed="rId5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9166773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>
          <p15:clr>
            <a:srgbClr val="F26B43"/>
          </p15:clr>
        </p15:guide>
        <p15:guide id="3" pos="7476">
          <p15:clr>
            <a:srgbClr val="F26B43"/>
          </p15:clr>
        </p15:guide>
        <p15:guide id="6" pos="3840">
          <p15:clr>
            <a:srgbClr val="F26B43"/>
          </p15:clr>
        </p15:guide>
        <p15:guide id="9" orient="horz" pos="3827">
          <p15:clr>
            <a:srgbClr val="9FCC3B"/>
          </p15:clr>
        </p15:guide>
        <p15:guide id="10" orient="horz" pos="202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>
          <p15:clr>
            <a:srgbClr val="A4A3A4"/>
          </p15:clr>
        </p15:guide>
        <p15:guide id="13" orient="horz" pos="2552">
          <p15:clr>
            <a:srgbClr val="A4A3A4"/>
          </p15:clr>
        </p15:guide>
        <p15:guide id="14" orient="horz" pos="600">
          <p15:clr>
            <a:srgbClr val="A4A3A4"/>
          </p15:clr>
        </p15:guide>
        <p15:guide id="15" orient="horz" pos="1766">
          <p15:clr>
            <a:srgbClr val="A4A3A4"/>
          </p15:clr>
        </p15:guide>
        <p15:guide id="16" orient="horz" pos="2355">
          <p15:clr>
            <a:srgbClr val="A4A3A4"/>
          </p15:clr>
        </p15:guide>
        <p15:guide id="18" orient="horz" pos="4118">
          <p15:clr>
            <a:srgbClr val="F26B43"/>
          </p15:clr>
        </p15:guide>
        <p15:guide id="19" orient="horz" pos="1178">
          <p15:clr>
            <a:srgbClr val="A4A3A4"/>
          </p15:clr>
        </p15:guide>
        <p15:guide id="20" orient="horz" pos="1374">
          <p15:clr>
            <a:srgbClr val="A4A3A4"/>
          </p15:clr>
        </p15:guide>
        <p15:guide id="21" orient="horz" pos="1570">
          <p15:clr>
            <a:srgbClr val="A4A3A4"/>
          </p15:clr>
        </p15:guide>
        <p15:guide id="22" pos="703">
          <p15:clr>
            <a:srgbClr val="A4A3A4"/>
          </p15:clr>
        </p15:guide>
        <p15:guide id="23" pos="820">
          <p15:clr>
            <a:srgbClr val="A4A3A4"/>
          </p15:clr>
        </p15:guide>
        <p15:guide id="24" pos="1321">
          <p15:clr>
            <a:srgbClr val="A4A3A4"/>
          </p15:clr>
        </p15:guide>
        <p15:guide id="25" pos="1435">
          <p15:clr>
            <a:srgbClr val="A4A3A4"/>
          </p15:clr>
        </p15:guide>
        <p15:guide id="26" pos="1936">
          <p15:clr>
            <a:srgbClr val="A4A3A4"/>
          </p15:clr>
        </p15:guide>
        <p15:guide id="27" pos="2051">
          <p15:clr>
            <a:srgbClr val="A4A3A4"/>
          </p15:clr>
        </p15:guide>
        <p15:guide id="28" pos="2551">
          <p15:clr>
            <a:srgbClr val="A4A3A4"/>
          </p15:clr>
        </p15:guide>
        <p15:guide id="29" pos="2665">
          <p15:clr>
            <a:srgbClr val="A4A3A4"/>
          </p15:clr>
        </p15:guide>
        <p15:guide id="30" pos="3167">
          <p15:clr>
            <a:srgbClr val="A4A3A4"/>
          </p15:clr>
        </p15:guide>
        <p15:guide id="31" pos="3281">
          <p15:clr>
            <a:srgbClr val="A4A3A4"/>
          </p15:clr>
        </p15:guide>
        <p15:guide id="32" pos="3783">
          <p15:clr>
            <a:srgbClr val="A4A3A4"/>
          </p15:clr>
        </p15:guide>
        <p15:guide id="33" pos="3896">
          <p15:clr>
            <a:srgbClr val="A4A3A4"/>
          </p15:clr>
        </p15:guide>
        <p15:guide id="34" pos="4397">
          <p15:clr>
            <a:srgbClr val="A4A3A4"/>
          </p15:clr>
        </p15:guide>
        <p15:guide id="35" pos="4512">
          <p15:clr>
            <a:srgbClr val="A4A3A4"/>
          </p15:clr>
        </p15:guide>
        <p15:guide id="36" pos="5013">
          <p15:clr>
            <a:srgbClr val="A4A3A4"/>
          </p15:clr>
        </p15:guide>
        <p15:guide id="37" pos="5128">
          <p15:clr>
            <a:srgbClr val="A4A3A4"/>
          </p15:clr>
        </p15:guide>
        <p15:guide id="38" pos="5629">
          <p15:clr>
            <a:srgbClr val="A4A3A4"/>
          </p15:clr>
        </p15:guide>
        <p15:guide id="39" pos="5742">
          <p15:clr>
            <a:srgbClr val="A4A3A4"/>
          </p15:clr>
        </p15:guide>
        <p15:guide id="40" pos="6244">
          <p15:clr>
            <a:srgbClr val="A4A3A4"/>
          </p15:clr>
        </p15:guide>
        <p15:guide id="41" pos="6359">
          <p15:clr>
            <a:srgbClr val="A4A3A4"/>
          </p15:clr>
        </p15:guide>
        <p15:guide id="42" pos="6859">
          <p15:clr>
            <a:srgbClr val="A4A3A4"/>
          </p15:clr>
        </p15:guide>
        <p15:guide id="43" pos="6975">
          <p15:clr>
            <a:srgbClr val="A4A3A4"/>
          </p15:clr>
        </p15:guide>
        <p15:guide id="44" orient="horz" pos="784">
          <p15:clr>
            <a:srgbClr val="A4A3A4"/>
          </p15:clr>
        </p15:guide>
        <p15:guide id="45" orient="horz" pos="980">
          <p15:clr>
            <a:srgbClr val="A4A3A4"/>
          </p15:clr>
        </p15:guide>
        <p15:guide id="46" orient="horz" pos="1962">
          <p15:clr>
            <a:srgbClr val="A4A3A4"/>
          </p15:clr>
        </p15:guide>
        <p15:guide id="47" orient="horz" pos="2747">
          <p15:clr>
            <a:srgbClr val="A4A3A4"/>
          </p15:clr>
        </p15:guide>
        <p15:guide id="48" orient="horz" pos="2945">
          <p15:clr>
            <a:srgbClr val="A4A3A4"/>
          </p15:clr>
        </p15:guide>
        <p15:guide id="49" orient="horz" pos="3141">
          <p15:clr>
            <a:srgbClr val="A4A3A4"/>
          </p15:clr>
        </p15:guide>
        <p15:guide id="50" orient="horz" pos="3337">
          <p15:clr>
            <a:srgbClr val="A4A3A4"/>
          </p15:clr>
        </p15:guide>
        <p15:guide id="51" orient="horz" pos="3535">
          <p15:clr>
            <a:srgbClr val="A4A3A4"/>
          </p15:clr>
        </p15:guide>
        <p15:guide id="52" orient="horz" pos="3730">
          <p15:clr>
            <a:srgbClr val="A4A3A4"/>
          </p15:clr>
        </p15:guide>
        <p15:guide id="53" orient="horz" pos="3936">
          <p15:clr>
            <a:srgbClr val="A4A3A4"/>
          </p15:clr>
        </p15:guide>
        <p15:guide id="54" orient="horz" pos="187">
          <p15:clr>
            <a:srgbClr val="9FCC3B"/>
          </p15:clr>
        </p15:guide>
        <p15:guide id="55" pos="455">
          <p15:clr>
            <a:srgbClr val="9FCC3B"/>
          </p15:clr>
        </p15:guide>
        <p15:guide id="56" pos="1069">
          <p15:clr>
            <a:srgbClr val="9FCC3B"/>
          </p15:clr>
        </p15:guide>
        <p15:guide id="57" pos="1685">
          <p15:clr>
            <a:srgbClr val="9FCC3B"/>
          </p15:clr>
        </p15:guide>
        <p15:guide id="58" pos="2301">
          <p15:clr>
            <a:srgbClr val="9FCC3B"/>
          </p15:clr>
        </p15:guide>
        <p15:guide id="59" pos="2915">
          <p15:clr>
            <a:srgbClr val="9FCC3B"/>
          </p15:clr>
        </p15:guide>
        <p15:guide id="60" pos="3531">
          <p15:clr>
            <a:srgbClr val="9FCC3B"/>
          </p15:clr>
        </p15:guide>
        <p15:guide id="61" pos="4146">
          <p15:clr>
            <a:srgbClr val="9FCC3B"/>
          </p15:clr>
        </p15:guide>
        <p15:guide id="62" pos="4762">
          <p15:clr>
            <a:srgbClr val="9FCC3B"/>
          </p15:clr>
        </p15:guide>
        <p15:guide id="63" pos="5378">
          <p15:clr>
            <a:srgbClr val="9FCC3B"/>
          </p15:clr>
        </p15:guide>
        <p15:guide id="64" pos="5992">
          <p15:clr>
            <a:srgbClr val="9FCC3B"/>
          </p15:clr>
        </p15:guide>
        <p15:guide id="65" pos="6609">
          <p15:clr>
            <a:srgbClr val="9FCC3B"/>
          </p15:clr>
        </p15:guide>
        <p15:guide id="66" pos="7225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030F8-1CD4-FE75-FCD3-24E9F47F8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8E202DE-F0C4-F38B-E5D9-3EDB75497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2181225"/>
            <a:ext cx="6939593" cy="1554163"/>
          </a:xfrm>
        </p:spPr>
        <p:txBody>
          <a:bodyPr/>
          <a:lstStyle/>
          <a:p>
            <a:r>
              <a:rPr lang="en-US" dirty="0"/>
              <a:t>Introduction to Demand Forecasting </a:t>
            </a:r>
            <a:br>
              <a:rPr lang="en-US" dirty="0">
                <a:solidFill>
                  <a:schemeClr val="bg2"/>
                </a:solidFill>
                <a:cs typeface="CiscoSansTT ExtraLight"/>
              </a:rPr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43C18-92BF-B138-2132-89A30777F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827463"/>
            <a:ext cx="6656388" cy="223837"/>
          </a:xfrm>
        </p:spPr>
        <p:txBody>
          <a:bodyPr/>
          <a:lstStyle/>
          <a:p>
            <a:r>
              <a:rPr lang="en-US" dirty="0"/>
              <a:t>Nayanita Bhattacharyya</a:t>
            </a:r>
          </a:p>
          <a:p>
            <a:r>
              <a:rPr lang="en-US" sz="1400" dirty="0"/>
              <a:t>Business Analyst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24B78CB-A350-22C0-F50A-644022F70A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6364224"/>
            <a:ext cx="3906838" cy="493776"/>
          </a:xfrm>
        </p:spPr>
        <p:txBody>
          <a:bodyPr/>
          <a:lstStyle/>
          <a:p>
            <a:r>
              <a:rPr lang="en-US"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236623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9114-3621-788D-4BE1-2D352AC7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736F0A-AFAE-7787-8D14-63883FAA1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Impact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4EBAF9-D6C1-60AE-C2DD-90F9FA80E585}"/>
              </a:ext>
            </a:extLst>
          </p:cNvPr>
          <p:cNvSpPr txBox="1"/>
          <p:nvPr/>
        </p:nvSpPr>
        <p:spPr>
          <a:xfrm>
            <a:off x="243577" y="790589"/>
            <a:ext cx="440647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189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FFFFFF"/>
                </a:solidFill>
                <a:latin typeface="CiscoSansTT Light"/>
                <a:ea typeface="ＭＳ Ｐゴシック"/>
              </a:rPr>
              <a:t>All about balancing Demand &amp; Supply</a:t>
            </a:r>
            <a:endParaRPr lang="en-US" b="1" dirty="0">
              <a:solidFill>
                <a:srgbClr val="FFFFFF"/>
              </a:solidFill>
              <a:latin typeface="CiscoSansTT Light"/>
              <a:ea typeface="ＭＳ Ｐゴシック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DF3066B-8758-D35F-6888-A5A06E59C55E}"/>
              </a:ext>
            </a:extLst>
          </p:cNvPr>
          <p:cNvSpPr/>
          <p:nvPr/>
        </p:nvSpPr>
        <p:spPr>
          <a:xfrm>
            <a:off x="9095357" y="5100075"/>
            <a:ext cx="2800963" cy="956058"/>
          </a:xfrm>
          <a:prstGeom prst="roundRect">
            <a:avLst/>
          </a:prstGeom>
          <a:solidFill>
            <a:srgbClr val="00BCEB"/>
          </a:solidFill>
          <a:ln w="9525" cap="flat" cmpd="sng" algn="ctr">
            <a:solidFill>
              <a:srgbClr val="00BCE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rtlCol="0" anchor="ctr"/>
          <a:lstStyle/>
          <a:p>
            <a:pPr marL="0" marR="0" lvl="0" indent="0" algn="ctr" defTabSz="609559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0D274D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6A54F57-8F13-0D3B-D146-E845485F167C}"/>
              </a:ext>
            </a:extLst>
          </p:cNvPr>
          <p:cNvSpPr/>
          <p:nvPr/>
        </p:nvSpPr>
        <p:spPr>
          <a:xfrm>
            <a:off x="9142830" y="3347247"/>
            <a:ext cx="2800963" cy="956058"/>
          </a:xfrm>
          <a:prstGeom prst="roundRect">
            <a:avLst/>
          </a:prstGeom>
          <a:solidFill>
            <a:srgbClr val="00BCEB"/>
          </a:solidFill>
          <a:ln w="9525" cap="flat" cmpd="sng" algn="ctr">
            <a:solidFill>
              <a:srgbClr val="00BCE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rtlCol="0" anchor="ctr"/>
          <a:lstStyle/>
          <a:p>
            <a:pPr marL="0" marR="0" lvl="0" indent="0" algn="ctr" defTabSz="609559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0D274D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A90318F-0FA5-53D3-BC15-AA277737BAEA}"/>
              </a:ext>
            </a:extLst>
          </p:cNvPr>
          <p:cNvSpPr/>
          <p:nvPr/>
        </p:nvSpPr>
        <p:spPr>
          <a:xfrm>
            <a:off x="9095357" y="1613440"/>
            <a:ext cx="2800963" cy="956058"/>
          </a:xfrm>
          <a:prstGeom prst="roundRect">
            <a:avLst/>
          </a:prstGeom>
          <a:solidFill>
            <a:srgbClr val="00BCEB"/>
          </a:solidFill>
          <a:ln w="9525" cap="flat" cmpd="sng" algn="ctr">
            <a:solidFill>
              <a:srgbClr val="00BCE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45720" rIns="45720" rtlCol="0" anchor="ctr"/>
          <a:lstStyle/>
          <a:p>
            <a:pPr marL="0" marR="0" lvl="0" indent="0" algn="ctr" defTabSz="609559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0D274D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44" name="Flowchart: Extract 43">
            <a:extLst>
              <a:ext uri="{FF2B5EF4-FFF2-40B4-BE49-F238E27FC236}">
                <a16:creationId xmlns:a16="http://schemas.microsoft.com/office/drawing/2014/main" id="{C2557678-DD93-74B2-70B3-7EB87620D5DA}"/>
              </a:ext>
            </a:extLst>
          </p:cNvPr>
          <p:cNvSpPr/>
          <p:nvPr/>
        </p:nvSpPr>
        <p:spPr>
          <a:xfrm>
            <a:off x="2820460" y="2262773"/>
            <a:ext cx="207048" cy="295778"/>
          </a:xfrm>
          <a:prstGeom prst="flowChartExtract">
            <a:avLst/>
          </a:prstGeom>
          <a:solidFill>
            <a:srgbClr val="00BCEB"/>
          </a:solidFill>
          <a:ln w="25400" cap="flat" cmpd="sng" algn="ctr">
            <a:solidFill>
              <a:srgbClr val="00BCEB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189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D274D"/>
              </a:solidFill>
              <a:effectLst/>
              <a:uLnTx/>
              <a:uFillTx/>
              <a:latin typeface="CiscoSansTT ExtraLight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3548E5-BFAC-023A-EF7B-527128F68571}"/>
              </a:ext>
            </a:extLst>
          </p:cNvPr>
          <p:cNvSpPr txBox="1"/>
          <p:nvPr/>
        </p:nvSpPr>
        <p:spPr>
          <a:xfrm rot="20673397">
            <a:off x="1685327" y="2111687"/>
            <a:ext cx="102337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09559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FFFFFF"/>
                </a:solidFill>
                <a:latin typeface="Arial" charset="0"/>
                <a:ea typeface="ＭＳ Ｐゴシック" charset="0"/>
                <a:cs typeface="CiscoSansTT Light"/>
              </a:rPr>
              <a:t>Demand</a:t>
            </a:r>
            <a:endParaRPr lang="en-US" sz="1600" b="1">
              <a:solidFill>
                <a:srgbClr val="FFFFFF"/>
              </a:solidFill>
              <a:latin typeface="CiscoSansTT Light"/>
              <a:ea typeface="ＭＳ Ｐゴシック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F15E84-B1C0-FA86-225B-9B2064529915}"/>
              </a:ext>
            </a:extLst>
          </p:cNvPr>
          <p:cNvSpPr txBox="1"/>
          <p:nvPr/>
        </p:nvSpPr>
        <p:spPr>
          <a:xfrm rot="20691394">
            <a:off x="3283667" y="1691467"/>
            <a:ext cx="9098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09559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FFFFFF"/>
                </a:solidFill>
                <a:latin typeface="Arial" charset="0"/>
                <a:ea typeface="ＭＳ Ｐゴシック" charset="0"/>
                <a:cs typeface="CiscoSansTT Light"/>
              </a:rPr>
              <a:t>Supply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2314400-5277-E9A1-235D-CDDB294DBCB2}"/>
              </a:ext>
            </a:extLst>
          </p:cNvPr>
          <p:cNvGrpSpPr/>
          <p:nvPr/>
        </p:nvGrpSpPr>
        <p:grpSpPr>
          <a:xfrm>
            <a:off x="667785" y="3508503"/>
            <a:ext cx="503870" cy="473930"/>
            <a:chOff x="2851784" y="4211795"/>
            <a:chExt cx="503870" cy="473930"/>
          </a:xfrm>
        </p:grpSpPr>
        <p:sp>
          <p:nvSpPr>
            <p:cNvPr id="48" name="Oval 9">
              <a:extLst>
                <a:ext uri="{FF2B5EF4-FFF2-40B4-BE49-F238E27FC236}">
                  <a16:creationId xmlns:a16="http://schemas.microsoft.com/office/drawing/2014/main" id="{FEFA17BD-D1E7-507A-B6A9-C86D435F7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784" y="4211795"/>
              <a:ext cx="503870" cy="473930"/>
            </a:xfrm>
            <a:prstGeom prst="ellipse">
              <a:avLst/>
            </a:prstGeom>
            <a:solidFill>
              <a:srgbClr val="0051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0955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F98A7FE6-D9D4-7FCC-C5FA-82E4D04ED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9686" y="4293548"/>
              <a:ext cx="203052" cy="302131"/>
            </a:xfrm>
            <a:custGeom>
              <a:avLst/>
              <a:gdLst>
                <a:gd name="T0" fmla="*/ 68 w 80"/>
                <a:gd name="T1" fmla="*/ 126 h 126"/>
                <a:gd name="T2" fmla="*/ 14 w 80"/>
                <a:gd name="T3" fmla="*/ 126 h 126"/>
                <a:gd name="T4" fmla="*/ 2 w 80"/>
                <a:gd name="T5" fmla="*/ 118 h 126"/>
                <a:gd name="T6" fmla="*/ 5 w 80"/>
                <a:gd name="T7" fmla="*/ 104 h 126"/>
                <a:gd name="T8" fmla="*/ 55 w 80"/>
                <a:gd name="T9" fmla="*/ 40 h 126"/>
                <a:gd name="T10" fmla="*/ 41 w 80"/>
                <a:gd name="T11" fmla="*/ 25 h 126"/>
                <a:gd name="T12" fmla="*/ 26 w 80"/>
                <a:gd name="T13" fmla="*/ 40 h 126"/>
                <a:gd name="T14" fmla="*/ 14 w 80"/>
                <a:gd name="T15" fmla="*/ 52 h 126"/>
                <a:gd name="T16" fmla="*/ 1 w 80"/>
                <a:gd name="T17" fmla="*/ 40 h 126"/>
                <a:gd name="T18" fmla="*/ 41 w 80"/>
                <a:gd name="T19" fmla="*/ 0 h 126"/>
                <a:gd name="T20" fmla="*/ 80 w 80"/>
                <a:gd name="T21" fmla="*/ 40 h 126"/>
                <a:gd name="T22" fmla="*/ 44 w 80"/>
                <a:gd name="T23" fmla="*/ 100 h 126"/>
                <a:gd name="T24" fmla="*/ 68 w 80"/>
                <a:gd name="T25" fmla="*/ 100 h 126"/>
                <a:gd name="T26" fmla="*/ 80 w 80"/>
                <a:gd name="T27" fmla="*/ 113 h 126"/>
                <a:gd name="T28" fmla="*/ 68 w 80"/>
                <a:gd name="T29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0" h="126">
                  <a:moveTo>
                    <a:pt x="68" y="126"/>
                  </a:moveTo>
                  <a:cubicBezTo>
                    <a:pt x="14" y="126"/>
                    <a:pt x="14" y="126"/>
                    <a:pt x="14" y="126"/>
                  </a:cubicBezTo>
                  <a:cubicBezTo>
                    <a:pt x="8" y="126"/>
                    <a:pt x="4" y="122"/>
                    <a:pt x="2" y="118"/>
                  </a:cubicBezTo>
                  <a:cubicBezTo>
                    <a:pt x="0" y="113"/>
                    <a:pt x="1" y="107"/>
                    <a:pt x="5" y="104"/>
                  </a:cubicBezTo>
                  <a:cubicBezTo>
                    <a:pt x="32" y="79"/>
                    <a:pt x="55" y="49"/>
                    <a:pt x="55" y="40"/>
                  </a:cubicBezTo>
                  <a:cubicBezTo>
                    <a:pt x="55" y="32"/>
                    <a:pt x="49" y="25"/>
                    <a:pt x="41" y="25"/>
                  </a:cubicBezTo>
                  <a:cubicBezTo>
                    <a:pt x="33" y="25"/>
                    <a:pt x="26" y="32"/>
                    <a:pt x="26" y="40"/>
                  </a:cubicBezTo>
                  <a:cubicBezTo>
                    <a:pt x="26" y="47"/>
                    <a:pt x="20" y="52"/>
                    <a:pt x="14" y="52"/>
                  </a:cubicBezTo>
                  <a:cubicBezTo>
                    <a:pt x="7" y="52"/>
                    <a:pt x="1" y="47"/>
                    <a:pt x="1" y="40"/>
                  </a:cubicBezTo>
                  <a:cubicBezTo>
                    <a:pt x="1" y="18"/>
                    <a:pt x="19" y="0"/>
                    <a:pt x="41" y="0"/>
                  </a:cubicBezTo>
                  <a:cubicBezTo>
                    <a:pt x="63" y="0"/>
                    <a:pt x="80" y="18"/>
                    <a:pt x="80" y="40"/>
                  </a:cubicBezTo>
                  <a:cubicBezTo>
                    <a:pt x="80" y="57"/>
                    <a:pt x="61" y="82"/>
                    <a:pt x="44" y="100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5" y="100"/>
                    <a:pt x="80" y="106"/>
                    <a:pt x="80" y="113"/>
                  </a:cubicBezTo>
                  <a:cubicBezTo>
                    <a:pt x="80" y="120"/>
                    <a:pt x="75" y="126"/>
                    <a:pt x="68" y="1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0955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93426A0-F5FB-981D-BBB9-6D78D0326FC4}"/>
              </a:ext>
            </a:extLst>
          </p:cNvPr>
          <p:cNvGrpSpPr/>
          <p:nvPr/>
        </p:nvGrpSpPr>
        <p:grpSpPr>
          <a:xfrm>
            <a:off x="726826" y="1944077"/>
            <a:ext cx="501363" cy="472745"/>
            <a:chOff x="729987" y="2018776"/>
            <a:chExt cx="501363" cy="472745"/>
          </a:xfrm>
        </p:grpSpPr>
        <p:sp>
          <p:nvSpPr>
            <p:cNvPr id="51" name="Oval 5">
              <a:extLst>
                <a:ext uri="{FF2B5EF4-FFF2-40B4-BE49-F238E27FC236}">
                  <a16:creationId xmlns:a16="http://schemas.microsoft.com/office/drawing/2014/main" id="{58D7746C-26A7-2E96-21B0-98E2BD543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987" y="2018776"/>
              <a:ext cx="501363" cy="472745"/>
            </a:xfrm>
            <a:prstGeom prst="ellipse">
              <a:avLst/>
            </a:prstGeom>
            <a:solidFill>
              <a:srgbClr val="00B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0955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" name="Freeform 6">
              <a:extLst>
                <a:ext uri="{FF2B5EF4-FFF2-40B4-BE49-F238E27FC236}">
                  <a16:creationId xmlns:a16="http://schemas.microsoft.com/office/drawing/2014/main" id="{7F0EDD6E-DD46-084D-882D-4D2E18A4D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854" y="2105268"/>
              <a:ext cx="62670" cy="295021"/>
            </a:xfrm>
            <a:custGeom>
              <a:avLst/>
              <a:gdLst>
                <a:gd name="T0" fmla="*/ 13 w 25"/>
                <a:gd name="T1" fmla="*/ 123 h 123"/>
                <a:gd name="T2" fmla="*/ 0 w 25"/>
                <a:gd name="T3" fmla="*/ 110 h 123"/>
                <a:gd name="T4" fmla="*/ 0 w 25"/>
                <a:gd name="T5" fmla="*/ 12 h 123"/>
                <a:gd name="T6" fmla="*/ 13 w 25"/>
                <a:gd name="T7" fmla="*/ 0 h 123"/>
                <a:gd name="T8" fmla="*/ 25 w 25"/>
                <a:gd name="T9" fmla="*/ 12 h 123"/>
                <a:gd name="T10" fmla="*/ 25 w 25"/>
                <a:gd name="T11" fmla="*/ 110 h 123"/>
                <a:gd name="T12" fmla="*/ 13 w 25"/>
                <a:gd name="T13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123">
                  <a:moveTo>
                    <a:pt x="13" y="123"/>
                  </a:moveTo>
                  <a:cubicBezTo>
                    <a:pt x="6" y="123"/>
                    <a:pt x="0" y="117"/>
                    <a:pt x="0" y="11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3" y="0"/>
                  </a:cubicBezTo>
                  <a:cubicBezTo>
                    <a:pt x="19" y="0"/>
                    <a:pt x="25" y="5"/>
                    <a:pt x="25" y="12"/>
                  </a:cubicBezTo>
                  <a:cubicBezTo>
                    <a:pt x="25" y="110"/>
                    <a:pt x="25" y="110"/>
                    <a:pt x="25" y="110"/>
                  </a:cubicBezTo>
                  <a:cubicBezTo>
                    <a:pt x="25" y="117"/>
                    <a:pt x="19" y="123"/>
                    <a:pt x="13" y="1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0955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" name="Freeform 7">
              <a:extLst>
                <a:ext uri="{FF2B5EF4-FFF2-40B4-BE49-F238E27FC236}">
                  <a16:creationId xmlns:a16="http://schemas.microsoft.com/office/drawing/2014/main" id="{7507286E-3BCA-85CE-79A5-EDFAB0E83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944" y="2102899"/>
              <a:ext cx="121581" cy="61611"/>
            </a:xfrm>
            <a:custGeom>
              <a:avLst/>
              <a:gdLst>
                <a:gd name="T0" fmla="*/ 13 w 48"/>
                <a:gd name="T1" fmla="*/ 26 h 26"/>
                <a:gd name="T2" fmla="*/ 1 w 48"/>
                <a:gd name="T3" fmla="*/ 13 h 26"/>
                <a:gd name="T4" fmla="*/ 13 w 48"/>
                <a:gd name="T5" fmla="*/ 1 h 26"/>
                <a:gd name="T6" fmla="*/ 35 w 48"/>
                <a:gd name="T7" fmla="*/ 0 h 26"/>
                <a:gd name="T8" fmla="*/ 48 w 48"/>
                <a:gd name="T9" fmla="*/ 12 h 26"/>
                <a:gd name="T10" fmla="*/ 36 w 48"/>
                <a:gd name="T11" fmla="*/ 25 h 26"/>
                <a:gd name="T12" fmla="*/ 13 w 48"/>
                <a:gd name="T13" fmla="*/ 26 h 26"/>
                <a:gd name="T14" fmla="*/ 13 w 48"/>
                <a:gd name="T1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26">
                  <a:moveTo>
                    <a:pt x="13" y="26"/>
                  </a:moveTo>
                  <a:cubicBezTo>
                    <a:pt x="6" y="26"/>
                    <a:pt x="1" y="20"/>
                    <a:pt x="1" y="13"/>
                  </a:cubicBezTo>
                  <a:cubicBezTo>
                    <a:pt x="0" y="7"/>
                    <a:pt x="6" y="1"/>
                    <a:pt x="13" y="1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8" y="6"/>
                    <a:pt x="48" y="12"/>
                  </a:cubicBezTo>
                  <a:cubicBezTo>
                    <a:pt x="48" y="19"/>
                    <a:pt x="43" y="25"/>
                    <a:pt x="36" y="25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0955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C974EC47-D8D2-2D47-FADC-CEB7B3FC9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930" y="2339864"/>
              <a:ext cx="188011" cy="60426"/>
            </a:xfrm>
            <a:custGeom>
              <a:avLst/>
              <a:gdLst>
                <a:gd name="T0" fmla="*/ 62 w 74"/>
                <a:gd name="T1" fmla="*/ 25 h 25"/>
                <a:gd name="T2" fmla="*/ 12 w 74"/>
                <a:gd name="T3" fmla="*/ 25 h 25"/>
                <a:gd name="T4" fmla="*/ 0 w 74"/>
                <a:gd name="T5" fmla="*/ 12 h 25"/>
                <a:gd name="T6" fmla="*/ 12 w 74"/>
                <a:gd name="T7" fmla="*/ 0 h 25"/>
                <a:gd name="T8" fmla="*/ 62 w 74"/>
                <a:gd name="T9" fmla="*/ 0 h 25"/>
                <a:gd name="T10" fmla="*/ 74 w 74"/>
                <a:gd name="T11" fmla="*/ 12 h 25"/>
                <a:gd name="T12" fmla="*/ 62 w 74"/>
                <a:gd name="T13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" h="25">
                  <a:moveTo>
                    <a:pt x="62" y="25"/>
                  </a:moveTo>
                  <a:cubicBezTo>
                    <a:pt x="12" y="25"/>
                    <a:pt x="12" y="25"/>
                    <a:pt x="12" y="25"/>
                  </a:cubicBezTo>
                  <a:cubicBezTo>
                    <a:pt x="6" y="25"/>
                    <a:pt x="0" y="19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8" y="0"/>
                    <a:pt x="74" y="5"/>
                    <a:pt x="74" y="12"/>
                  </a:cubicBezTo>
                  <a:cubicBezTo>
                    <a:pt x="74" y="19"/>
                    <a:pt x="68" y="25"/>
                    <a:pt x="62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0955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AED1C9D-9C75-60B5-D4EE-2CC8F74577A2}"/>
              </a:ext>
            </a:extLst>
          </p:cNvPr>
          <p:cNvGrpSpPr/>
          <p:nvPr/>
        </p:nvGrpSpPr>
        <p:grpSpPr>
          <a:xfrm>
            <a:off x="686548" y="5163331"/>
            <a:ext cx="508884" cy="478668"/>
            <a:chOff x="717358" y="3429000"/>
            <a:chExt cx="508884" cy="478668"/>
          </a:xfrm>
        </p:grpSpPr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24CC2D9E-B80C-5287-ECBC-ABC9FC652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358" y="3429000"/>
              <a:ext cx="508884" cy="478668"/>
            </a:xfrm>
            <a:prstGeom prst="ellipse">
              <a:avLst/>
            </a:prstGeom>
            <a:solidFill>
              <a:srgbClr val="FB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0955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" name="Freeform 12">
              <a:extLst>
                <a:ext uri="{FF2B5EF4-FFF2-40B4-BE49-F238E27FC236}">
                  <a16:creationId xmlns:a16="http://schemas.microsoft.com/office/drawing/2014/main" id="{FA52756F-C3CD-05CB-740C-89D3449329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0247" y="3513123"/>
              <a:ext cx="215586" cy="305684"/>
            </a:xfrm>
            <a:custGeom>
              <a:avLst/>
              <a:gdLst>
                <a:gd name="T0" fmla="*/ 45 w 85"/>
                <a:gd name="T1" fmla="*/ 50 h 128"/>
                <a:gd name="T2" fmla="*/ 45 w 85"/>
                <a:gd name="T3" fmla="*/ 50 h 128"/>
                <a:gd name="T4" fmla="*/ 45 w 85"/>
                <a:gd name="T5" fmla="*/ 50 h 128"/>
                <a:gd name="T6" fmla="*/ 42 w 85"/>
                <a:gd name="T7" fmla="*/ 128 h 128"/>
                <a:gd name="T8" fmla="*/ 2 w 85"/>
                <a:gd name="T9" fmla="*/ 100 h 128"/>
                <a:gd name="T10" fmla="*/ 10 w 85"/>
                <a:gd name="T11" fmla="*/ 84 h 128"/>
                <a:gd name="T12" fmla="*/ 26 w 85"/>
                <a:gd name="T13" fmla="*/ 91 h 128"/>
                <a:gd name="T14" fmla="*/ 42 w 85"/>
                <a:gd name="T15" fmla="*/ 103 h 128"/>
                <a:gd name="T16" fmla="*/ 60 w 85"/>
                <a:gd name="T17" fmla="*/ 90 h 128"/>
                <a:gd name="T18" fmla="*/ 45 w 85"/>
                <a:gd name="T19" fmla="*/ 75 h 128"/>
                <a:gd name="T20" fmla="*/ 32 w 85"/>
                <a:gd name="T21" fmla="*/ 62 h 128"/>
                <a:gd name="T22" fmla="*/ 44 w 85"/>
                <a:gd name="T23" fmla="*/ 50 h 128"/>
                <a:gd name="T24" fmla="*/ 54 w 85"/>
                <a:gd name="T25" fmla="*/ 36 h 128"/>
                <a:gd name="T26" fmla="*/ 48 w 85"/>
                <a:gd name="T27" fmla="*/ 29 h 128"/>
                <a:gd name="T28" fmla="*/ 29 w 85"/>
                <a:gd name="T29" fmla="*/ 39 h 128"/>
                <a:gd name="T30" fmla="*/ 12 w 85"/>
                <a:gd name="T31" fmla="*/ 45 h 128"/>
                <a:gd name="T32" fmla="*/ 7 w 85"/>
                <a:gd name="T33" fmla="*/ 28 h 128"/>
                <a:gd name="T34" fmla="*/ 54 w 85"/>
                <a:gd name="T35" fmla="*/ 4 h 128"/>
                <a:gd name="T36" fmla="*/ 79 w 85"/>
                <a:gd name="T37" fmla="*/ 36 h 128"/>
                <a:gd name="T38" fmla="*/ 72 w 85"/>
                <a:gd name="T39" fmla="*/ 59 h 128"/>
                <a:gd name="T40" fmla="*/ 85 w 85"/>
                <a:gd name="T41" fmla="*/ 90 h 128"/>
                <a:gd name="T42" fmla="*/ 42 w 85"/>
                <a:gd name="T43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5" h="128">
                  <a:moveTo>
                    <a:pt x="45" y="50"/>
                  </a:moveTo>
                  <a:cubicBezTo>
                    <a:pt x="45" y="50"/>
                    <a:pt x="45" y="50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lose/>
                  <a:moveTo>
                    <a:pt x="42" y="128"/>
                  </a:moveTo>
                  <a:cubicBezTo>
                    <a:pt x="23" y="128"/>
                    <a:pt x="8" y="117"/>
                    <a:pt x="2" y="100"/>
                  </a:cubicBezTo>
                  <a:cubicBezTo>
                    <a:pt x="0" y="93"/>
                    <a:pt x="3" y="86"/>
                    <a:pt x="10" y="84"/>
                  </a:cubicBezTo>
                  <a:cubicBezTo>
                    <a:pt x="17" y="81"/>
                    <a:pt x="24" y="85"/>
                    <a:pt x="26" y="91"/>
                  </a:cubicBezTo>
                  <a:cubicBezTo>
                    <a:pt x="29" y="99"/>
                    <a:pt x="34" y="103"/>
                    <a:pt x="42" y="103"/>
                  </a:cubicBezTo>
                  <a:cubicBezTo>
                    <a:pt x="50" y="103"/>
                    <a:pt x="60" y="98"/>
                    <a:pt x="60" y="90"/>
                  </a:cubicBezTo>
                  <a:cubicBezTo>
                    <a:pt x="60" y="86"/>
                    <a:pt x="60" y="75"/>
                    <a:pt x="45" y="75"/>
                  </a:cubicBezTo>
                  <a:cubicBezTo>
                    <a:pt x="38" y="75"/>
                    <a:pt x="32" y="69"/>
                    <a:pt x="32" y="62"/>
                  </a:cubicBezTo>
                  <a:cubicBezTo>
                    <a:pt x="32" y="56"/>
                    <a:pt x="38" y="50"/>
                    <a:pt x="44" y="50"/>
                  </a:cubicBezTo>
                  <a:cubicBezTo>
                    <a:pt x="46" y="50"/>
                    <a:pt x="54" y="47"/>
                    <a:pt x="54" y="36"/>
                  </a:cubicBezTo>
                  <a:cubicBezTo>
                    <a:pt x="54" y="35"/>
                    <a:pt x="54" y="30"/>
                    <a:pt x="48" y="29"/>
                  </a:cubicBezTo>
                  <a:cubicBezTo>
                    <a:pt x="42" y="27"/>
                    <a:pt x="34" y="30"/>
                    <a:pt x="29" y="39"/>
                  </a:cubicBezTo>
                  <a:cubicBezTo>
                    <a:pt x="26" y="46"/>
                    <a:pt x="18" y="48"/>
                    <a:pt x="12" y="45"/>
                  </a:cubicBezTo>
                  <a:cubicBezTo>
                    <a:pt x="6" y="42"/>
                    <a:pt x="3" y="34"/>
                    <a:pt x="7" y="28"/>
                  </a:cubicBezTo>
                  <a:cubicBezTo>
                    <a:pt x="16" y="9"/>
                    <a:pt x="35" y="0"/>
                    <a:pt x="54" y="4"/>
                  </a:cubicBezTo>
                  <a:cubicBezTo>
                    <a:pt x="69" y="8"/>
                    <a:pt x="79" y="20"/>
                    <a:pt x="79" y="36"/>
                  </a:cubicBezTo>
                  <a:cubicBezTo>
                    <a:pt x="79" y="45"/>
                    <a:pt x="76" y="53"/>
                    <a:pt x="72" y="59"/>
                  </a:cubicBezTo>
                  <a:cubicBezTo>
                    <a:pt x="82" y="67"/>
                    <a:pt x="85" y="79"/>
                    <a:pt x="85" y="90"/>
                  </a:cubicBezTo>
                  <a:cubicBezTo>
                    <a:pt x="85" y="113"/>
                    <a:pt x="63" y="128"/>
                    <a:pt x="42" y="12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0955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F4BFA7E-0AA8-FDC5-2A2A-09ABF70D73B8}"/>
              </a:ext>
            </a:extLst>
          </p:cNvPr>
          <p:cNvCxnSpPr>
            <a:cxnSpLocks/>
          </p:cNvCxnSpPr>
          <p:nvPr/>
        </p:nvCxnSpPr>
        <p:spPr>
          <a:xfrm rot="-360000">
            <a:off x="1598885" y="3116889"/>
            <a:ext cx="2804867" cy="1371600"/>
          </a:xfrm>
          <a:prstGeom prst="line">
            <a:avLst/>
          </a:prstGeom>
          <a:noFill/>
          <a:ln w="38100" cap="flat" cmpd="sng" algn="ctr">
            <a:solidFill>
              <a:srgbClr val="00BCEB">
                <a:shade val="95000"/>
                <a:satMod val="105000"/>
              </a:srgbClr>
            </a:solidFill>
            <a:prstDash val="solid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isometricOffAxis1Right"/>
            <a:lightRig rig="threePt" dir="t"/>
          </a:scene3d>
        </p:spPr>
      </p:cxnSp>
      <p:sp>
        <p:nvSpPr>
          <p:cNvPr id="59" name="Flowchart: Extract 58">
            <a:extLst>
              <a:ext uri="{FF2B5EF4-FFF2-40B4-BE49-F238E27FC236}">
                <a16:creationId xmlns:a16="http://schemas.microsoft.com/office/drawing/2014/main" id="{F4906F13-BED9-E032-5385-D35760E1819B}"/>
              </a:ext>
            </a:extLst>
          </p:cNvPr>
          <p:cNvSpPr/>
          <p:nvPr/>
        </p:nvSpPr>
        <p:spPr>
          <a:xfrm>
            <a:off x="2828292" y="3809975"/>
            <a:ext cx="207048" cy="295778"/>
          </a:xfrm>
          <a:prstGeom prst="flowChartExtract">
            <a:avLst/>
          </a:prstGeom>
          <a:solidFill>
            <a:srgbClr val="00BCEB"/>
          </a:solidFill>
          <a:ln w="25400" cap="flat" cmpd="sng" algn="ctr">
            <a:solidFill>
              <a:srgbClr val="00BCEB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189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D274D"/>
              </a:solidFill>
              <a:effectLst/>
              <a:uLnTx/>
              <a:uFillTx/>
              <a:latin typeface="CiscoSansTT ExtraLight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A328F2-F3FD-25CC-A733-A8EA96058925}"/>
              </a:ext>
            </a:extLst>
          </p:cNvPr>
          <p:cNvSpPr txBox="1"/>
          <p:nvPr/>
        </p:nvSpPr>
        <p:spPr>
          <a:xfrm rot="853420">
            <a:off x="1721097" y="3284851"/>
            <a:ext cx="103579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09559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FFFFFF"/>
                </a:solidFill>
                <a:latin typeface="Arial" charset="0"/>
                <a:ea typeface="ＭＳ Ｐゴシック" charset="0"/>
              </a:rPr>
              <a:t>Demand</a:t>
            </a:r>
            <a:endParaRPr lang="en-US" sz="1600" b="1">
              <a:solidFill>
                <a:srgbClr val="FFFFFF"/>
              </a:solidFill>
              <a:latin typeface="CiscoSansTT Light"/>
              <a:ea typeface="ＭＳ Ｐゴシック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B152BE-CE73-E702-228F-02765D3E9EA3}"/>
              </a:ext>
            </a:extLst>
          </p:cNvPr>
          <p:cNvSpPr txBox="1"/>
          <p:nvPr/>
        </p:nvSpPr>
        <p:spPr>
          <a:xfrm rot="875194">
            <a:off x="3397001" y="3659190"/>
            <a:ext cx="87795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09559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FFFFFF"/>
                </a:solidFill>
                <a:latin typeface="Arial" charset="0"/>
                <a:ea typeface="ＭＳ Ｐゴシック" charset="0"/>
                <a:cs typeface="CiscoSansTT Light"/>
              </a:rPr>
              <a:t>Supply</a:t>
            </a:r>
          </a:p>
        </p:txBody>
      </p:sp>
      <p:sp>
        <p:nvSpPr>
          <p:cNvPr id="62" name="Flowchart: Extract 61">
            <a:extLst>
              <a:ext uri="{FF2B5EF4-FFF2-40B4-BE49-F238E27FC236}">
                <a16:creationId xmlns:a16="http://schemas.microsoft.com/office/drawing/2014/main" id="{44F63D66-D7FF-0C71-DFCE-0CE37BC1C3C0}"/>
              </a:ext>
            </a:extLst>
          </p:cNvPr>
          <p:cNvSpPr/>
          <p:nvPr/>
        </p:nvSpPr>
        <p:spPr>
          <a:xfrm>
            <a:off x="2827630" y="5563031"/>
            <a:ext cx="207048" cy="295778"/>
          </a:xfrm>
          <a:prstGeom prst="flowChartExtract">
            <a:avLst/>
          </a:prstGeom>
          <a:solidFill>
            <a:srgbClr val="00BCEB"/>
          </a:solidFill>
          <a:ln w="25400" cap="flat" cmpd="sng" algn="ctr">
            <a:solidFill>
              <a:srgbClr val="00BCEB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189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D274D"/>
              </a:solidFill>
              <a:effectLst/>
              <a:uLnTx/>
              <a:uFillTx/>
              <a:latin typeface="CiscoSansTT ExtraLight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733168-628E-FEFE-D3BE-3D5C25BD6DDB}"/>
              </a:ext>
            </a:extLst>
          </p:cNvPr>
          <p:cNvSpPr txBox="1"/>
          <p:nvPr/>
        </p:nvSpPr>
        <p:spPr>
          <a:xfrm>
            <a:off x="1636478" y="5221879"/>
            <a:ext cx="98871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09559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FFFFFF"/>
                </a:solidFill>
                <a:latin typeface="CiscoSansTT Light"/>
                <a:ea typeface="ＭＳ Ｐゴシック" charset="0"/>
                <a:cs typeface="CiscoSansTT Light"/>
              </a:rPr>
              <a:t>Demand</a:t>
            </a:r>
            <a:endParaRPr lang="en-US" sz="1600" b="1">
              <a:solidFill>
                <a:srgbClr val="FFFFFF"/>
              </a:solidFill>
              <a:latin typeface="CiscoSansTT Light"/>
              <a:ea typeface="ＭＳ Ｐゴシック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72243C7-733D-E3FF-2597-131FCB1E7F71}"/>
              </a:ext>
            </a:extLst>
          </p:cNvPr>
          <p:cNvSpPr txBox="1"/>
          <p:nvPr/>
        </p:nvSpPr>
        <p:spPr>
          <a:xfrm>
            <a:off x="3392616" y="5216909"/>
            <a:ext cx="88871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09559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FFFFFF"/>
                </a:solidFill>
                <a:latin typeface="Arial" charset="0"/>
                <a:ea typeface="ＭＳ Ｐゴシック" charset="0"/>
                <a:cs typeface="CiscoSansTT Light"/>
              </a:rPr>
              <a:t>Supply</a:t>
            </a:r>
          </a:p>
        </p:txBody>
      </p:sp>
      <p:sp>
        <p:nvSpPr>
          <p:cNvPr id="65" name="Rectangle: Rounded Corners 4">
            <a:extLst>
              <a:ext uri="{FF2B5EF4-FFF2-40B4-BE49-F238E27FC236}">
                <a16:creationId xmlns:a16="http://schemas.microsoft.com/office/drawing/2014/main" id="{C73AB895-CBC4-6759-25C1-9B0D047C4087}"/>
              </a:ext>
            </a:extLst>
          </p:cNvPr>
          <p:cNvSpPr txBox="1"/>
          <p:nvPr/>
        </p:nvSpPr>
        <p:spPr>
          <a:xfrm>
            <a:off x="9156266" y="3416791"/>
            <a:ext cx="2679144" cy="735109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45720" tIns="45720" rIns="45720" bIns="45720" numCol="1" spcCol="1270" anchor="t" anchorCtr="0">
            <a:noAutofit/>
          </a:bodyPr>
          <a:lstStyle/>
          <a:p>
            <a:pPr marL="0" marR="0" lvl="1" indent="0" defTabSz="488950" fontAlgn="base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bg1"/>
                </a:solidFill>
              </a:rPr>
              <a:t>D &lt; S</a:t>
            </a:r>
          </a:p>
          <a:p>
            <a:pPr marL="285750" marR="0" lvl="1" indent="-285750" defTabSz="488950" fontAlgn="base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chemeClr val="bg1"/>
                </a:solidFill>
              </a:rPr>
              <a:t>High Inventory Costs</a:t>
            </a:r>
          </a:p>
          <a:p>
            <a:pPr marL="285750" marR="0" lvl="1" indent="-285750" defTabSz="488950" fontAlgn="base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chemeClr val="bg1"/>
                </a:solidFill>
              </a:rPr>
              <a:t>Obsolescence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8487DDDF-2B38-EC1A-6666-30C338E47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170" y="3321338"/>
            <a:ext cx="1900472" cy="10078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AED04F18-F7BF-9BDE-BB59-A0E9252C8135}"/>
              </a:ext>
            </a:extLst>
          </p:cNvPr>
          <p:cNvSpPr txBox="1"/>
          <p:nvPr/>
        </p:nvSpPr>
        <p:spPr>
          <a:xfrm rot="20599203">
            <a:off x="2445586" y="1924093"/>
            <a:ext cx="89172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609559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FFFFFF"/>
                </a:solidFill>
                <a:latin typeface="CiscoSansTT Light"/>
                <a:ea typeface="ＭＳ Ｐゴシック" charset="0"/>
                <a:cs typeface="CiscoSansTT Light"/>
              </a:rPr>
              <a:t>&gt;</a:t>
            </a:r>
            <a:endParaRPr lang="en-US" sz="1600" b="1">
              <a:solidFill>
                <a:srgbClr val="FFFFFF"/>
              </a:solidFill>
              <a:latin typeface="CiscoSansTT Light"/>
              <a:ea typeface="ＭＳ Ｐゴシック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A8B160-4045-375D-4005-3C17AE1D8B49}"/>
              </a:ext>
            </a:extLst>
          </p:cNvPr>
          <p:cNvSpPr txBox="1"/>
          <p:nvPr/>
        </p:nvSpPr>
        <p:spPr>
          <a:xfrm rot="791116">
            <a:off x="2525845" y="3446476"/>
            <a:ext cx="89172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609559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FFFFFF"/>
                </a:solidFill>
                <a:latin typeface="Arial" charset="0"/>
                <a:ea typeface="ＭＳ Ｐゴシック" charset="0"/>
                <a:cs typeface="CiscoSansTT Light"/>
              </a:rPr>
              <a:t>&lt;</a:t>
            </a:r>
            <a:endParaRPr lang="en-US" sz="1600" b="1">
              <a:solidFill>
                <a:srgbClr val="FFFFFF"/>
              </a:solidFill>
              <a:latin typeface="CiscoSansTT Light"/>
              <a:ea typeface="ＭＳ Ｐゴシック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75A2A31-370C-64C8-C735-00F39DF082E5}"/>
              </a:ext>
            </a:extLst>
          </p:cNvPr>
          <p:cNvSpPr txBox="1"/>
          <p:nvPr/>
        </p:nvSpPr>
        <p:spPr>
          <a:xfrm>
            <a:off x="2485289" y="5202071"/>
            <a:ext cx="89172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609559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FFFFFF"/>
                </a:solidFill>
                <a:latin typeface="Arial" charset="0"/>
                <a:ea typeface="ＭＳ Ｐゴシック" charset="0"/>
                <a:cs typeface="CiscoSansTT Light"/>
              </a:rPr>
              <a:t>=</a:t>
            </a:r>
            <a:endParaRPr lang="en-US" sz="1600" b="1">
              <a:solidFill>
                <a:srgbClr val="FFFFFF"/>
              </a:solidFill>
              <a:latin typeface="CiscoSansTT Light"/>
              <a:ea typeface="ＭＳ Ｐゴシック" charset="0"/>
            </a:endParaRPr>
          </a:p>
        </p:txBody>
      </p:sp>
      <p:sp>
        <p:nvSpPr>
          <p:cNvPr id="70" name="Rectangle: Rounded Corners 4">
            <a:extLst>
              <a:ext uri="{FF2B5EF4-FFF2-40B4-BE49-F238E27FC236}">
                <a16:creationId xmlns:a16="http://schemas.microsoft.com/office/drawing/2014/main" id="{29709823-8B73-023E-22C5-2E8E2530BFBE}"/>
              </a:ext>
            </a:extLst>
          </p:cNvPr>
          <p:cNvSpPr txBox="1"/>
          <p:nvPr/>
        </p:nvSpPr>
        <p:spPr>
          <a:xfrm>
            <a:off x="9142830" y="5168072"/>
            <a:ext cx="2679144" cy="82274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45720" tIns="45720" rIns="45720" bIns="45720" numCol="1" spcCol="1270" anchor="t" anchorCtr="0">
            <a:noAutofit/>
          </a:bodyPr>
          <a:lstStyle/>
          <a:p>
            <a:pPr marL="0" lvl="1" indent="0" defTabSz="488950" fontAlgn="base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None/>
            </a:pPr>
            <a:r>
              <a:rPr lang="en-US" sz="1400" b="1" dirty="0">
                <a:solidFill>
                  <a:schemeClr val="bg1"/>
                </a:solidFill>
              </a:rPr>
              <a:t>D = S</a:t>
            </a:r>
          </a:p>
          <a:p>
            <a:pPr marL="285750" lvl="1" indent="-285750" defTabSz="488950" fontAlgn="base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High Customer Service</a:t>
            </a:r>
          </a:p>
          <a:p>
            <a:pPr marL="285750" lvl="1" indent="-285750" defTabSz="488950" fontAlgn="base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Low Inventory Costs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14EA4EEC-A4FA-AFE8-DA9A-58D7DB64E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169" y="5002779"/>
            <a:ext cx="1900473" cy="11074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3" name="Rectangle: Rounded Corners 4">
            <a:extLst>
              <a:ext uri="{FF2B5EF4-FFF2-40B4-BE49-F238E27FC236}">
                <a16:creationId xmlns:a16="http://schemas.microsoft.com/office/drawing/2014/main" id="{E6A8EC01-BCAC-3FE4-3FC6-43A328E80728}"/>
              </a:ext>
            </a:extLst>
          </p:cNvPr>
          <p:cNvSpPr txBox="1"/>
          <p:nvPr/>
        </p:nvSpPr>
        <p:spPr>
          <a:xfrm>
            <a:off x="7226619" y="1520431"/>
            <a:ext cx="1539639" cy="735109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marR="0" lvl="1" indent="0" defTabSz="48895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rPr>
              <a:t>E.g., </a:t>
            </a:r>
          </a:p>
          <a:p>
            <a:pPr marL="0" marR="0" lvl="1" indent="0" defTabSz="48895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rPr>
              <a:t>Sony PlayStation 5 (PS5) Shortage</a:t>
            </a:r>
            <a:b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rPr>
            </a:br>
            <a:endParaRPr kumimoji="0" lang="en-US" sz="12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  <a:p>
            <a:pPr marL="0" marR="0" lvl="1" indent="0" defTabSz="48895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rPr>
              <a:t>2020–2023</a:t>
            </a:r>
          </a:p>
        </p:txBody>
      </p:sp>
      <p:sp>
        <p:nvSpPr>
          <p:cNvPr id="74" name="Rectangle: Rounded Corners 4">
            <a:extLst>
              <a:ext uri="{FF2B5EF4-FFF2-40B4-BE49-F238E27FC236}">
                <a16:creationId xmlns:a16="http://schemas.microsoft.com/office/drawing/2014/main" id="{408AAF98-5745-BA6D-6100-526FEA85075B}"/>
              </a:ext>
            </a:extLst>
          </p:cNvPr>
          <p:cNvSpPr txBox="1"/>
          <p:nvPr/>
        </p:nvSpPr>
        <p:spPr>
          <a:xfrm>
            <a:off x="7226619" y="3362409"/>
            <a:ext cx="1539639" cy="735109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marR="0" lvl="1" indent="0" defTabSz="48895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rPr>
              <a:t>E.g., </a:t>
            </a:r>
          </a:p>
          <a:p>
            <a:pPr marL="0" marR="0" lvl="1" indent="0" defTabSz="48895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rPr>
              <a:t>Hand Sanitizers</a:t>
            </a:r>
          </a:p>
          <a:p>
            <a:pPr marL="0" marR="0" lvl="1" indent="0" defTabSz="48895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br>
              <a:rPr lang="en-US" sz="1200" i="1" kern="0" dirty="0">
                <a:solidFill>
                  <a:srgbClr val="FFFFFF"/>
                </a:solidFill>
                <a:latin typeface="CiscoSansTT Light"/>
              </a:rPr>
            </a:b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rPr>
              <a:t>Post-Pandemic 2022</a:t>
            </a:r>
          </a:p>
        </p:txBody>
      </p:sp>
      <p:sp>
        <p:nvSpPr>
          <p:cNvPr id="75" name="Rectangle: Rounded Corners 4">
            <a:extLst>
              <a:ext uri="{FF2B5EF4-FFF2-40B4-BE49-F238E27FC236}">
                <a16:creationId xmlns:a16="http://schemas.microsoft.com/office/drawing/2014/main" id="{64DF5A0F-3956-F410-7635-43B19E569A0F}"/>
              </a:ext>
            </a:extLst>
          </p:cNvPr>
          <p:cNvSpPr txBox="1"/>
          <p:nvPr/>
        </p:nvSpPr>
        <p:spPr>
          <a:xfrm>
            <a:off x="7290511" y="5185583"/>
            <a:ext cx="1706976" cy="735109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marR="0" lvl="1" indent="0" defTabSz="48895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rPr>
              <a:t>E.g., </a:t>
            </a:r>
          </a:p>
          <a:p>
            <a:pPr marL="0" marR="0" lvl="1" indent="0" defTabSz="48895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rPr>
              <a:t>Amazon Prime’s "Anticipatory Shipping" System</a:t>
            </a:r>
          </a:p>
        </p:txBody>
      </p:sp>
      <p:sp>
        <p:nvSpPr>
          <p:cNvPr id="76" name="Rectangle: Rounded Corners 4">
            <a:extLst>
              <a:ext uri="{FF2B5EF4-FFF2-40B4-BE49-F238E27FC236}">
                <a16:creationId xmlns:a16="http://schemas.microsoft.com/office/drawing/2014/main" id="{372FD97F-AA46-C396-CE50-A14361799B4C}"/>
              </a:ext>
            </a:extLst>
          </p:cNvPr>
          <p:cNvSpPr txBox="1"/>
          <p:nvPr/>
        </p:nvSpPr>
        <p:spPr>
          <a:xfrm>
            <a:off x="9104990" y="1688323"/>
            <a:ext cx="2876642" cy="73510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lvl="1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400" b="1" kern="1200" dirty="0">
                <a:solidFill>
                  <a:schemeClr val="bg1"/>
                </a:solidFill>
              </a:rPr>
              <a:t>D &gt; S</a:t>
            </a: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Stock outs/Lost Revenue</a:t>
            </a: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Customer dissatisfaction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D336B23-3445-73A6-124D-A6A057FC2346}"/>
              </a:ext>
            </a:extLst>
          </p:cNvPr>
          <p:cNvCxnSpPr>
            <a:cxnSpLocks/>
          </p:cNvCxnSpPr>
          <p:nvPr/>
        </p:nvCxnSpPr>
        <p:spPr>
          <a:xfrm rot="20400000">
            <a:off x="1596221" y="4857134"/>
            <a:ext cx="2804867" cy="1371600"/>
          </a:xfrm>
          <a:prstGeom prst="line">
            <a:avLst/>
          </a:prstGeom>
          <a:ln w="38100"/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isometricOffAxis1Right"/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908BB5C-DC8E-3A16-237F-AFECC0CD95E0}"/>
              </a:ext>
            </a:extLst>
          </p:cNvPr>
          <p:cNvCxnSpPr>
            <a:cxnSpLocks/>
          </p:cNvCxnSpPr>
          <p:nvPr/>
        </p:nvCxnSpPr>
        <p:spPr>
          <a:xfrm rot="19500000">
            <a:off x="1606470" y="1551610"/>
            <a:ext cx="2804867" cy="1371600"/>
          </a:xfrm>
          <a:prstGeom prst="line">
            <a:avLst/>
          </a:prstGeom>
          <a:ln w="38100"/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isometricOffAxis1Right"/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328E3994-5C3B-4EA7-8484-2C50F88A2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875" y="1555067"/>
            <a:ext cx="1777059" cy="10078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CB5652-E24A-32CB-7181-A437007E8ED5}"/>
              </a:ext>
            </a:extLst>
          </p:cNvPr>
          <p:cNvSpPr/>
          <p:nvPr/>
        </p:nvSpPr>
        <p:spPr>
          <a:xfrm>
            <a:off x="1749607" y="6445457"/>
            <a:ext cx="1259296" cy="141801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35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9114-3621-788D-4BE1-2D352AC7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736F0A-AFAE-7787-8D14-63883FAA1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Forecasts</a:t>
            </a:r>
            <a:br>
              <a:rPr lang="en-US" dirty="0">
                <a:solidFill>
                  <a:schemeClr val="bg2"/>
                </a:solidFill>
              </a:rPr>
            </a:b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A77404-C1B6-7287-E38D-BC260A5C2499}"/>
              </a:ext>
            </a:extLst>
          </p:cNvPr>
          <p:cNvGrpSpPr/>
          <p:nvPr/>
        </p:nvGrpSpPr>
        <p:grpSpPr>
          <a:xfrm>
            <a:off x="3015449" y="1028803"/>
            <a:ext cx="6476998" cy="3996768"/>
            <a:chOff x="913392" y="859119"/>
            <a:chExt cx="5991991" cy="2760300"/>
          </a:xfrm>
        </p:grpSpPr>
        <p:graphicFrame>
          <p:nvGraphicFramePr>
            <p:cNvPr id="13" name="Diagram 12">
              <a:extLst>
                <a:ext uri="{FF2B5EF4-FFF2-40B4-BE49-F238E27FC236}">
                  <a16:creationId xmlns:a16="http://schemas.microsoft.com/office/drawing/2014/main" id="{F0B1A4B6-39EC-88B9-953D-2A45AF07167F}"/>
                </a:ext>
              </a:extLst>
            </p:cNvPr>
            <p:cNvGraphicFramePr/>
            <p:nvPr/>
          </p:nvGraphicFramePr>
          <p:xfrm>
            <a:off x="1032903" y="859119"/>
            <a:ext cx="5872480" cy="248852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A19EAF1-EAD9-27AD-076A-8BE4164D1A70}"/>
                </a:ext>
              </a:extLst>
            </p:cNvPr>
            <p:cNvSpPr txBox="1"/>
            <p:nvPr/>
          </p:nvSpPr>
          <p:spPr>
            <a:xfrm>
              <a:off x="3352378" y="3258066"/>
              <a:ext cx="1049452" cy="3613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18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ExtraLight"/>
                  <a:ea typeface="ＭＳ Ｐゴシック" charset="0"/>
                </a:rPr>
                <a:t>Strategic Forecasting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DD6C34C-26CA-8F33-C18D-A4148D7543DC}"/>
                </a:ext>
              </a:extLst>
            </p:cNvPr>
            <p:cNvSpPr txBox="1"/>
            <p:nvPr/>
          </p:nvSpPr>
          <p:spPr>
            <a:xfrm>
              <a:off x="913392" y="3258066"/>
              <a:ext cx="1407040" cy="3613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18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ExtraLight"/>
                  <a:ea typeface="ＭＳ Ｐゴシック" charset="0"/>
                </a:rPr>
                <a:t>Operational Forecasting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75A651F-ACBE-803E-744A-7D7AD1C9030D}"/>
              </a:ext>
            </a:extLst>
          </p:cNvPr>
          <p:cNvSpPr txBox="1"/>
          <p:nvPr/>
        </p:nvSpPr>
        <p:spPr>
          <a:xfrm>
            <a:off x="5573378" y="5074145"/>
            <a:ext cx="3237271" cy="2563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defTabSz="609559" fontAlgn="base"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solidFill>
                  <a:srgbClr val="02C8FF"/>
                </a:solidFill>
                <a:latin typeface="CiscoSansTT Light"/>
                <a:ea typeface="ＭＳ Ｐゴシック"/>
              </a:rPr>
              <a:t>Long-term forecasting</a:t>
            </a:r>
            <a:r>
              <a:rPr lang="en-US" sz="1400" i="1" dirty="0">
                <a:solidFill>
                  <a:srgbClr val="02C8FF"/>
                </a:solidFill>
                <a:latin typeface="Arial" charset="0"/>
                <a:ea typeface="ＭＳ Ｐゴシック"/>
              </a:rPr>
              <a:t> </a:t>
            </a:r>
          </a:p>
          <a:p>
            <a:pPr defTabSz="609559" fontAlgn="base">
              <a:spcBef>
                <a:spcPct val="0"/>
              </a:spcBef>
              <a:spcAft>
                <a:spcPct val="0"/>
              </a:spcAft>
            </a:pPr>
            <a:endParaRPr lang="en-US" sz="1400" i="1" dirty="0">
              <a:solidFill>
                <a:srgbClr val="02C8FF"/>
              </a:solidFill>
              <a:latin typeface="CiscoSansTT Light"/>
              <a:ea typeface="ＭＳ Ｐゴシック"/>
              <a:cs typeface="CiscoSansTT Ligh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0855F8-D608-8FEE-019E-CA8CFA8E6F27}"/>
              </a:ext>
            </a:extLst>
          </p:cNvPr>
          <p:cNvSpPr txBox="1"/>
          <p:nvPr/>
        </p:nvSpPr>
        <p:spPr>
          <a:xfrm>
            <a:off x="2461363" y="5022741"/>
            <a:ext cx="2161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i="1" dirty="0">
                <a:solidFill>
                  <a:srgbClr val="02C8FF"/>
                </a:solidFill>
                <a:latin typeface="CiscoSansTT Light"/>
                <a:ea typeface="ＭＳ Ｐゴシック"/>
              </a:rPr>
              <a:t>Short-term forecasting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863CE9-3C42-0796-AEE9-BE41BB8FEA33}"/>
              </a:ext>
            </a:extLst>
          </p:cNvPr>
          <p:cNvSpPr txBox="1"/>
          <p:nvPr/>
        </p:nvSpPr>
        <p:spPr>
          <a:xfrm>
            <a:off x="2541473" y="5330518"/>
            <a:ext cx="2468880" cy="3689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5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IN" sz="1400" dirty="0">
                <a:solidFill>
                  <a:srgbClr val="02C8FF"/>
                </a:solidFill>
                <a:latin typeface="CiscoSansTT Light"/>
                <a:ea typeface="ＭＳ Ｐゴシック"/>
              </a:rPr>
              <a:t>Production, Procurement, Logistics, Financial Planning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727961-C19F-A21F-A8D9-1492FB2974DB}"/>
              </a:ext>
            </a:extLst>
          </p:cNvPr>
          <p:cNvSpPr txBox="1"/>
          <p:nvPr/>
        </p:nvSpPr>
        <p:spPr>
          <a:xfrm>
            <a:off x="5376863" y="5284046"/>
            <a:ext cx="6118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59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2C8FF"/>
                </a:solidFill>
                <a:latin typeface="CiscoSansTT Light"/>
                <a:ea typeface="ＭＳ Ｐゴシック"/>
              </a:rPr>
              <a:t>Capacity planning, Marketing strategy,</a:t>
            </a:r>
          </a:p>
          <a:p>
            <a:pPr defTabSz="609559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2C8FF"/>
                </a:solidFill>
                <a:latin typeface="CiscoSansTT Light"/>
                <a:ea typeface="ＭＳ Ｐゴシック"/>
              </a:rPr>
              <a:t>Merger and Acquisitions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F22424-B049-910E-7784-44984B8479C2}"/>
              </a:ext>
            </a:extLst>
          </p:cNvPr>
          <p:cNvSpPr/>
          <p:nvPr/>
        </p:nvSpPr>
        <p:spPr>
          <a:xfrm>
            <a:off x="1749607" y="6445457"/>
            <a:ext cx="1259296" cy="141801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380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E5DDD-6964-0558-6EA8-73C564123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F3505F-1516-ECA1-B1FF-2A0EAAD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6" y="260715"/>
            <a:ext cx="5792450" cy="917575"/>
          </a:xfrm>
        </p:spPr>
        <p:txBody>
          <a:bodyPr/>
          <a:lstStyle/>
          <a:p>
            <a:r>
              <a:rPr lang="en-US" dirty="0"/>
              <a:t>Characteristics of forecasts</a:t>
            </a:r>
            <a:br>
              <a:rPr lang="en-US" dirty="0">
                <a:solidFill>
                  <a:srgbClr val="FFFFFF"/>
                </a:solidFill>
                <a:latin typeface="CiscoSansTT ExtraLight"/>
              </a:rPr>
            </a:br>
            <a:br>
              <a:rPr lang="en-US" dirty="0"/>
            </a:br>
            <a:endParaRPr lang="en-US" dirty="0"/>
          </a:p>
        </p:txBody>
      </p:sp>
      <p:pic>
        <p:nvPicPr>
          <p:cNvPr id="2" name="Picture Placeholder 22" descr="Harvey Balls 80% with solid fill">
            <a:extLst>
              <a:ext uri="{FF2B5EF4-FFF2-40B4-BE49-F238E27FC236}">
                <a16:creationId xmlns:a16="http://schemas.microsoft.com/office/drawing/2014/main" id="{C11C52FF-85D8-1522-6474-FFDA1D011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271" b="3271"/>
          <a:stretch/>
        </p:blipFill>
        <p:spPr>
          <a:xfrm>
            <a:off x="1798388" y="1384886"/>
            <a:ext cx="954876" cy="892406"/>
          </a:xfrm>
          <a:prstGeom prst="rect">
            <a:avLst/>
          </a:prstGeom>
        </p:spPr>
      </p:pic>
      <p:pic>
        <p:nvPicPr>
          <p:cNvPr id="3" name="Picture Placeholder 26" descr="Inventory outline">
            <a:extLst>
              <a:ext uri="{FF2B5EF4-FFF2-40B4-BE49-F238E27FC236}">
                <a16:creationId xmlns:a16="http://schemas.microsoft.com/office/drawing/2014/main" id="{4937519B-6254-A195-E5AF-6EDE42D357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271" b="3271"/>
          <a:stretch/>
        </p:blipFill>
        <p:spPr>
          <a:xfrm>
            <a:off x="8067185" y="1384886"/>
            <a:ext cx="954876" cy="8924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288FEA-910D-0CA0-C80E-4F13375679E6}"/>
              </a:ext>
            </a:extLst>
          </p:cNvPr>
          <p:cNvSpPr txBox="1"/>
          <p:nvPr/>
        </p:nvSpPr>
        <p:spPr>
          <a:xfrm>
            <a:off x="585793" y="2483888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FFFF"/>
                </a:solidFill>
                <a:latin typeface="CiscoSansTT Light"/>
                <a:ea typeface="ＭＳ Ｐゴシック"/>
              </a:rPr>
              <a:t>1. Forecasts are (almost) always wrong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AFE56ED-9A74-B59F-4E1B-9C042B1932CA}"/>
              </a:ext>
            </a:extLst>
          </p:cNvPr>
          <p:cNvSpPr txBox="1">
            <a:spLocks/>
          </p:cNvSpPr>
          <p:nvPr/>
        </p:nvSpPr>
        <p:spPr>
          <a:xfrm>
            <a:off x="585793" y="3510854"/>
            <a:ext cx="3883959" cy="98651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060" marR="0" lvl="0" indent="-226060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Wingdings" charset="0"/>
              <a:buChar char="§"/>
              <a:tabLst/>
              <a:defRPr/>
            </a:pPr>
            <a:r>
              <a:rPr lang="en-US" sz="18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No one has a crystal ball. The objective is to minimize error in the forecast.</a:t>
            </a:r>
          </a:p>
          <a:p>
            <a:pPr marL="226060" indent="-226060">
              <a:lnSpc>
                <a:spcPct val="100000"/>
              </a:lnSpc>
              <a:buClr>
                <a:srgbClr val="00BCEB"/>
              </a:buClr>
              <a:buFont typeface="Wingdings" charset="0"/>
              <a:buChar char="§"/>
              <a:defRPr/>
            </a:pPr>
            <a:r>
              <a:rPr lang="en-US" sz="18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Cost of an Error and Error Tolerance depends upon: Adjustment Capability of an organization</a:t>
            </a:r>
          </a:p>
          <a:p>
            <a:pPr marL="0" marR="0" lvl="0" indent="0" algn="l" defTabSz="912276" rtl="0" eaLnBrk="1" fontAlgn="base" latinLnBrk="0" hangingPunct="1">
              <a:lnSpc>
                <a:spcPts val="9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lang="en-US" sz="18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    </a:t>
            </a:r>
          </a:p>
          <a:p>
            <a:pPr marL="226060" marR="0" lvl="0" indent="-226060" algn="l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Wingdings" charset="0"/>
              <a:buChar char="§"/>
              <a:tabLst/>
              <a:defRPr/>
            </a:pP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ExtraLight" panose="020B0303020201020303" pitchFamily="34" charset="0"/>
              <a:cs typeface="CiscoSansTT ExtraLight" panose="020B0303020201020303" pitchFamily="34" charset="0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338EEAA-CA8A-3A22-2219-C74287D1F07F}"/>
              </a:ext>
            </a:extLst>
          </p:cNvPr>
          <p:cNvSpPr txBox="1">
            <a:spLocks/>
          </p:cNvSpPr>
          <p:nvPr/>
        </p:nvSpPr>
        <p:spPr>
          <a:xfrm>
            <a:off x="6704067" y="2447116"/>
            <a:ext cx="3883958" cy="1075714"/>
          </a:xfrm>
          <a:prstGeom prst="rect">
            <a:avLst/>
          </a:prstGeom>
        </p:spPr>
        <p:txBody>
          <a:bodyPr lIns="0" tIns="0" rIns="0" bIns="0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400" b="0" i="0" u="none" strike="noStrike" cap="none">
                <a:solidFill>
                  <a:schemeClr val="bg1"/>
                </a:solidFill>
                <a:latin typeface="CiscoSansTT ExtraLight" panose="020B0303020201020303" pitchFamily="34" charset="0"/>
                <a:ea typeface="Arial"/>
                <a:cs typeface="CiscoSansTT ExtraLight" panose="020B0303020201020303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0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2. All Products are Not equally forecastable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ExtraLight" panose="020B0303020201020303" pitchFamily="34" charset="0"/>
              <a:cs typeface="CiscoSansTT ExtraLight" panose="020B0303020201020303" pitchFamily="34" charset="0"/>
              <a:sym typeface="Arial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7EFDE9E-6F4F-1AF7-F89C-61A02639B4BB}"/>
              </a:ext>
            </a:extLst>
          </p:cNvPr>
          <p:cNvSpPr txBox="1">
            <a:spLocks/>
          </p:cNvSpPr>
          <p:nvPr/>
        </p:nvSpPr>
        <p:spPr>
          <a:xfrm>
            <a:off x="6602644" y="3429000"/>
            <a:ext cx="3883959" cy="986518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482" marR="0" lvl="0" indent="-226482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8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New, highly promoted, shorter life cycle, and intermittent (sporadic or lumpy) demand products are  generally more difficult to forecast</a:t>
            </a:r>
          </a:p>
          <a:p>
            <a:pPr marL="226482" marR="0" lvl="0" indent="-226482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8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Accuracy generally increases for group of products rather than for an individual product</a:t>
            </a:r>
          </a:p>
          <a:p>
            <a:pPr marL="226482" marR="0" lvl="0" indent="-226482" algn="l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ＭＳ Ｐゴシック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8A84BA-44B6-5EA7-9864-7A0A839819D5}"/>
              </a:ext>
            </a:extLst>
          </p:cNvPr>
          <p:cNvSpPr/>
          <p:nvPr/>
        </p:nvSpPr>
        <p:spPr>
          <a:xfrm>
            <a:off x="1749607" y="6445457"/>
            <a:ext cx="1259296" cy="141801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15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828B8-05F9-5AEC-AA63-DE7CD0371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10CB59-95B4-4073-0534-052A9558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6" y="260715"/>
            <a:ext cx="5792450" cy="917575"/>
          </a:xfrm>
        </p:spPr>
        <p:txBody>
          <a:bodyPr/>
          <a:lstStyle/>
          <a:p>
            <a:r>
              <a:rPr lang="en-US" dirty="0"/>
              <a:t>Characteristics of forecasts</a:t>
            </a:r>
            <a:br>
              <a:rPr lang="en-US" dirty="0">
                <a:solidFill>
                  <a:srgbClr val="FFFFFF"/>
                </a:solidFill>
                <a:latin typeface="CiscoSansTT ExtraLight"/>
              </a:rPr>
            </a:br>
            <a:br>
              <a:rPr lang="en-US" dirty="0"/>
            </a:br>
            <a:endParaRPr lang="en-US" dirty="0"/>
          </a:p>
        </p:txBody>
      </p:sp>
      <p:pic>
        <p:nvPicPr>
          <p:cNvPr id="10" name="Picture Placeholder 26" descr="Daily calendar with solid fill">
            <a:extLst>
              <a:ext uri="{FF2B5EF4-FFF2-40B4-BE49-F238E27FC236}">
                <a16:creationId xmlns:a16="http://schemas.microsoft.com/office/drawing/2014/main" id="{009A03BD-8E59-E606-5CF5-7ACDD5E58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271" b="3271"/>
          <a:stretch/>
        </p:blipFill>
        <p:spPr>
          <a:xfrm>
            <a:off x="7272402" y="1264811"/>
            <a:ext cx="949702" cy="887571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03F891D-8071-E3DD-D53E-42C79B949AB3}"/>
              </a:ext>
            </a:extLst>
          </p:cNvPr>
          <p:cNvSpPr txBox="1">
            <a:spLocks/>
          </p:cNvSpPr>
          <p:nvPr/>
        </p:nvSpPr>
        <p:spPr>
          <a:xfrm>
            <a:off x="6139467" y="2217685"/>
            <a:ext cx="4752820" cy="718296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</a:rPr>
              <a:t>4</a:t>
            </a:r>
            <a:r>
              <a:rPr lang="en-US" sz="20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. Consumer-centric demand better than customer-centric demand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1BCA03EC-6601-5AF9-4EE2-F36E58CA290E}"/>
              </a:ext>
            </a:extLst>
          </p:cNvPr>
          <p:cNvSpPr txBox="1">
            <a:spLocks/>
          </p:cNvSpPr>
          <p:nvPr/>
        </p:nvSpPr>
        <p:spPr>
          <a:xfrm>
            <a:off x="878149" y="2238903"/>
            <a:ext cx="4231576" cy="718297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lang="en-US" sz="20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3. Demand Forecasts better than Shipment Forecasts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ＭＳ Ｐゴシック" charset="0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470058-789F-7122-24FB-FC58418C6EAC}"/>
              </a:ext>
            </a:extLst>
          </p:cNvPr>
          <p:cNvSpPr txBox="1">
            <a:spLocks/>
          </p:cNvSpPr>
          <p:nvPr/>
        </p:nvSpPr>
        <p:spPr>
          <a:xfrm>
            <a:off x="898029" y="3004679"/>
            <a:ext cx="4173842" cy="309970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060" marR="0" lvl="0" indent="-226060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Demand (Order) forecasts provide better information about the changing market dynamics and customer needs.</a:t>
            </a:r>
          </a:p>
          <a:p>
            <a:pPr marL="226060" marR="0" lvl="0" indent="-226060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Shipment forecasts based on demand forecasts are generally more accurate.</a:t>
            </a:r>
          </a:p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None/>
              <a:tabLst/>
              <a:defRPr/>
            </a:pPr>
            <a:endParaRPr lang="en-US" sz="1800" b="1" dirty="0">
              <a:solidFill>
                <a:srgbClr val="FFFFFF"/>
              </a:solidFill>
              <a:latin typeface="CiscoSansTT Light"/>
              <a:ea typeface="ＭＳ Ｐゴシック"/>
              <a:cs typeface="+mn-cs"/>
            </a:endParaRPr>
          </a:p>
          <a:p>
            <a:pPr marL="226060" marR="0" lvl="0" indent="-226060" algn="l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endParaRPr lang="en-US" sz="1400" b="0" i="0" u="none" strike="noStrike" kern="1200" cap="none" spc="0" normalizeH="0" baseline="0" noProof="0" dirty="0">
              <a:ln>
                <a:noFill/>
              </a:ln>
              <a:solidFill>
                <a:srgbClr val="1E4471"/>
              </a:solidFill>
              <a:effectLst/>
              <a:uLnTx/>
              <a:uFillTx/>
              <a:latin typeface="CiscoSansTT ExtraLight" panose="020B0303020201020303" pitchFamily="34" charset="0"/>
              <a:cs typeface="CiscoSansTT ExtraLight" panose="020B0303020201020303" pitchFamily="34" charset="0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5325014-56F0-9D8D-579A-1BCD1577DF74}"/>
              </a:ext>
            </a:extLst>
          </p:cNvPr>
          <p:cNvSpPr txBox="1">
            <a:spLocks/>
          </p:cNvSpPr>
          <p:nvPr/>
        </p:nvSpPr>
        <p:spPr>
          <a:xfrm>
            <a:off x="6136926" y="2957200"/>
            <a:ext cx="4634591" cy="2980849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482" marR="0" lvl="0" indent="-226482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Consumer-centric (end-users) demand is more stable, and thus more predictable.</a:t>
            </a:r>
          </a:p>
          <a:p>
            <a:pPr marL="226482" marR="0" lvl="0" indent="-226482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 Very often manufactures push their products to distributors/retailers by offering incentives to meet their targets even with little or no change in the consumer demand.</a:t>
            </a:r>
          </a:p>
        </p:txBody>
      </p:sp>
      <p:pic>
        <p:nvPicPr>
          <p:cNvPr id="2" name="Picture 2" descr="Turns out the Walmart logo isn't what you think it is | Creative Bloq">
            <a:extLst>
              <a:ext uri="{FF2B5EF4-FFF2-40B4-BE49-F238E27FC236}">
                <a16:creationId xmlns:a16="http://schemas.microsoft.com/office/drawing/2014/main" id="{FFAB5F8F-D349-7A2C-FDBB-456D80CEA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347" y="4643442"/>
            <a:ext cx="1228651" cy="691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E5BD47E-506A-B658-44F4-0B34E5F00CBA}"/>
              </a:ext>
            </a:extLst>
          </p:cNvPr>
          <p:cNvSpPr/>
          <p:nvPr/>
        </p:nvSpPr>
        <p:spPr>
          <a:xfrm>
            <a:off x="1737836" y="4968577"/>
            <a:ext cx="1150861" cy="33253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067" kern="0" dirty="0">
                <a:solidFill>
                  <a:schemeClr val="bg1"/>
                </a:solidFill>
                <a:latin typeface="CiscoSansTT Light"/>
                <a:sym typeface="Arial"/>
              </a:rPr>
              <a:t>3 Shipments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0074DC8E-B1AD-C824-2A66-D627FBE08DCF}"/>
              </a:ext>
            </a:extLst>
          </p:cNvPr>
          <p:cNvSpPr/>
          <p:nvPr/>
        </p:nvSpPr>
        <p:spPr>
          <a:xfrm>
            <a:off x="1639323" y="4606311"/>
            <a:ext cx="1228651" cy="332533"/>
          </a:xfrm>
          <a:prstGeom prst="leftArrow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067" kern="0">
                <a:solidFill>
                  <a:srgbClr val="FFFFFF"/>
                </a:solidFill>
                <a:latin typeface="CiscoSansTT Light"/>
                <a:sym typeface="Arial"/>
              </a:rPr>
              <a:t>2- Orders</a:t>
            </a:r>
          </a:p>
        </p:txBody>
      </p:sp>
      <p:pic>
        <p:nvPicPr>
          <p:cNvPr id="6" name="Picture 8" descr="Walmart cashier helps man struggling to count change">
            <a:extLst>
              <a:ext uri="{FF2B5EF4-FFF2-40B4-BE49-F238E27FC236}">
                <a16:creationId xmlns:a16="http://schemas.microsoft.com/office/drawing/2014/main" id="{8DCA6462-2210-9F26-022C-ACB22C196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426" y="5151388"/>
            <a:ext cx="831765" cy="60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3B7848DE-9A7D-F143-C69F-7621EB79C08B}"/>
              </a:ext>
            </a:extLst>
          </p:cNvPr>
          <p:cNvSpPr/>
          <p:nvPr/>
        </p:nvSpPr>
        <p:spPr>
          <a:xfrm>
            <a:off x="4389829" y="4797785"/>
            <a:ext cx="1324823" cy="312359"/>
          </a:xfrm>
          <a:prstGeom prst="rightArrow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067" kern="0" dirty="0">
                <a:solidFill>
                  <a:srgbClr val="414244"/>
                </a:solidFill>
                <a:latin typeface="CiscoSansTT Light"/>
                <a:sym typeface="Arial"/>
              </a:rPr>
              <a:t>1- Point of Sale</a:t>
            </a:r>
          </a:p>
        </p:txBody>
      </p:sp>
      <p:pic>
        <p:nvPicPr>
          <p:cNvPr id="8" name="Picture 4" descr="P&amp;G Logo, symbol, meaning, history, PNG, brand">
            <a:extLst>
              <a:ext uri="{FF2B5EF4-FFF2-40B4-BE49-F238E27FC236}">
                <a16:creationId xmlns:a16="http://schemas.microsoft.com/office/drawing/2014/main" id="{EC111536-0B06-ADCB-95F4-128D90F49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40" y="4643442"/>
            <a:ext cx="1147965" cy="69111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DF296C7-ECDF-39F6-CBDF-B3CA66DDFB43}"/>
              </a:ext>
            </a:extLst>
          </p:cNvPr>
          <p:cNvSpPr txBox="1"/>
          <p:nvPr/>
        </p:nvSpPr>
        <p:spPr>
          <a:xfrm>
            <a:off x="3341972" y="5297979"/>
            <a:ext cx="831765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067" kern="0">
                <a:solidFill>
                  <a:srgbClr val="000000"/>
                </a:solidFill>
                <a:latin typeface="CiscoSansTT Light"/>
                <a:cs typeface="Arial"/>
                <a:sym typeface="Arial"/>
              </a:rPr>
              <a:t>Customer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1B27AD-D694-D89F-0801-6B125CE3FB2F}"/>
              </a:ext>
            </a:extLst>
          </p:cNvPr>
          <p:cNvSpPr txBox="1"/>
          <p:nvPr/>
        </p:nvSpPr>
        <p:spPr>
          <a:xfrm>
            <a:off x="203907" y="5409105"/>
            <a:ext cx="160933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chemeClr val="bg1"/>
                </a:solidFill>
                <a:latin typeface="CiscoSansTT Light"/>
                <a:cs typeface="Arial"/>
                <a:sym typeface="Arial"/>
              </a:rPr>
              <a:t>Supplier/Manufacturer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8C6E00-72CB-56CF-5CB9-7A33469D1030}"/>
              </a:ext>
            </a:extLst>
          </p:cNvPr>
          <p:cNvSpPr txBox="1"/>
          <p:nvPr/>
        </p:nvSpPr>
        <p:spPr>
          <a:xfrm>
            <a:off x="4570219" y="5760009"/>
            <a:ext cx="107901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067" kern="0" dirty="0">
                <a:solidFill>
                  <a:schemeClr val="bg1"/>
                </a:solidFill>
                <a:latin typeface="CiscoSansTT Light"/>
                <a:cs typeface="Arial"/>
                <a:sym typeface="Arial"/>
              </a:rPr>
              <a:t>Consumers</a:t>
            </a:r>
          </a:p>
        </p:txBody>
      </p:sp>
      <p:pic>
        <p:nvPicPr>
          <p:cNvPr id="18" name="Picture Placeholder 26" descr="Supply And Demand with solid fill">
            <a:extLst>
              <a:ext uri="{FF2B5EF4-FFF2-40B4-BE49-F238E27FC236}">
                <a16:creationId xmlns:a16="http://schemas.microsoft.com/office/drawing/2014/main" id="{88A9F440-682E-4D00-BA35-271083CE11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3271" b="3271"/>
          <a:stretch/>
        </p:blipFill>
        <p:spPr>
          <a:xfrm>
            <a:off x="2248202" y="1264811"/>
            <a:ext cx="949703" cy="88757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419F66E-7FEA-EAEE-8F5D-551D6F612C81}"/>
              </a:ext>
            </a:extLst>
          </p:cNvPr>
          <p:cNvSpPr/>
          <p:nvPr/>
        </p:nvSpPr>
        <p:spPr>
          <a:xfrm>
            <a:off x="1749607" y="6445457"/>
            <a:ext cx="1259296" cy="141801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91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86E74-73C0-E371-50FE-BB04E8125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7714FD-1700-DCE0-C20A-00F2B541B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6" y="260715"/>
            <a:ext cx="5792450" cy="917575"/>
          </a:xfrm>
        </p:spPr>
        <p:txBody>
          <a:bodyPr/>
          <a:lstStyle/>
          <a:p>
            <a:r>
              <a:rPr lang="en-US" dirty="0"/>
              <a:t>Characteristics of forecasts</a:t>
            </a:r>
            <a:br>
              <a:rPr lang="en-US" dirty="0">
                <a:solidFill>
                  <a:srgbClr val="FFFFFF"/>
                </a:solidFill>
                <a:latin typeface="CiscoSansTT ExtraLight"/>
              </a:rPr>
            </a:br>
            <a:br>
              <a:rPr lang="en-US" dirty="0"/>
            </a:br>
            <a:endParaRPr lang="en-US" dirty="0"/>
          </a:p>
        </p:txBody>
      </p:sp>
      <p:pic>
        <p:nvPicPr>
          <p:cNvPr id="9" name="Picture Placeholder 22" descr="3d Glasses with solid fill">
            <a:extLst>
              <a:ext uri="{FF2B5EF4-FFF2-40B4-BE49-F238E27FC236}">
                <a16:creationId xmlns:a16="http://schemas.microsoft.com/office/drawing/2014/main" id="{AB736E66-F008-1F5B-E876-50A6A8FC1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271" b="3271"/>
          <a:stretch/>
        </p:blipFill>
        <p:spPr>
          <a:xfrm>
            <a:off x="2044235" y="1264811"/>
            <a:ext cx="949702" cy="887571"/>
          </a:xfrm>
          <a:prstGeom prst="rect">
            <a:avLst/>
          </a:prstGeom>
        </p:spPr>
      </p:pic>
      <p:pic>
        <p:nvPicPr>
          <p:cNvPr id="10" name="Picture Placeholder 26" descr="Daily calendar with solid fill">
            <a:extLst>
              <a:ext uri="{FF2B5EF4-FFF2-40B4-BE49-F238E27FC236}">
                <a16:creationId xmlns:a16="http://schemas.microsoft.com/office/drawing/2014/main" id="{96524BF4-8139-9BD3-D449-0784144AD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271" b="3271"/>
          <a:stretch/>
        </p:blipFill>
        <p:spPr>
          <a:xfrm>
            <a:off x="7272402" y="1264811"/>
            <a:ext cx="949702" cy="887571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87ADED9-EAE1-1215-B7A3-2EA8A2474F86}"/>
              </a:ext>
            </a:extLst>
          </p:cNvPr>
          <p:cNvSpPr txBox="1">
            <a:spLocks/>
          </p:cNvSpPr>
          <p:nvPr/>
        </p:nvSpPr>
        <p:spPr>
          <a:xfrm>
            <a:off x="6139467" y="2217685"/>
            <a:ext cx="4304658" cy="718296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lang="en-US" sz="2000" dirty="0">
                <a:solidFill>
                  <a:srgbClr val="FFFFFF"/>
                </a:solidFill>
                <a:latin typeface="CiscoSansTT Light"/>
                <a:cs typeface="+mn-cs"/>
              </a:rPr>
              <a:t>6</a:t>
            </a:r>
            <a:r>
              <a:rPr lang="en-US" sz="20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. Near-term forecasts are more accurate than Long-term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15C1FB08-C213-2DA4-ECE6-B400264A088B}"/>
              </a:ext>
            </a:extLst>
          </p:cNvPr>
          <p:cNvSpPr txBox="1">
            <a:spLocks/>
          </p:cNvSpPr>
          <p:nvPr/>
        </p:nvSpPr>
        <p:spPr>
          <a:xfrm>
            <a:off x="878149" y="2238903"/>
            <a:ext cx="4231576" cy="718297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lang="en-US" sz="20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5. Each function has its own bias</a:t>
            </a:r>
          </a:p>
          <a:p>
            <a:pPr marL="226482" marR="0" lvl="0" indent="-226482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ＭＳ Ｐゴシック" charset="0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5900AF1-84F6-F1F7-005D-C7E948E6465B}"/>
              </a:ext>
            </a:extLst>
          </p:cNvPr>
          <p:cNvSpPr txBox="1">
            <a:spLocks/>
          </p:cNvSpPr>
          <p:nvPr/>
        </p:nvSpPr>
        <p:spPr>
          <a:xfrm>
            <a:off x="935883" y="2935981"/>
            <a:ext cx="4173842" cy="309970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060" marR="0" lvl="0" indent="-226060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Demand forecasts must include an estimate of how large the forecast error is likely to be (Bias)</a:t>
            </a:r>
          </a:p>
          <a:p>
            <a:pPr marL="226060" indent="-226060">
              <a:lnSpc>
                <a:spcPct val="100000"/>
              </a:lnSpc>
              <a:buClr>
                <a:srgbClr val="00BCEB"/>
              </a:buClr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E.g., Production teams could tend to over-forecast if they are evaluated based on customer service</a:t>
            </a:r>
          </a:p>
          <a:p>
            <a:pPr marL="226060" indent="-226060">
              <a:lnSpc>
                <a:spcPct val="100000"/>
              </a:lnSpc>
              <a:buClr>
                <a:srgbClr val="00BCEB"/>
              </a:buClr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E.g., Sales teams could tend to under-forecast for the fear of missing targets</a:t>
            </a:r>
          </a:p>
          <a:p>
            <a:pPr marL="226060" marR="0" lvl="0" indent="-226060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endParaRPr lang="en-US" sz="1800" b="1" dirty="0">
              <a:solidFill>
                <a:srgbClr val="FFFFFF"/>
              </a:solidFill>
              <a:latin typeface="CiscoSansTT Light"/>
              <a:ea typeface="ＭＳ Ｐゴシック"/>
              <a:cs typeface="+mn-cs"/>
            </a:endParaRPr>
          </a:p>
          <a:p>
            <a:pPr marL="226060" marR="0" lvl="0" indent="-226060" algn="l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endParaRPr lang="en-US" sz="1400" b="0" i="0" u="none" strike="noStrike" kern="1200" cap="none" spc="0" normalizeH="0" baseline="0" noProof="0" dirty="0">
              <a:ln>
                <a:noFill/>
              </a:ln>
              <a:solidFill>
                <a:srgbClr val="1E4471"/>
              </a:solidFill>
              <a:effectLst/>
              <a:uLnTx/>
              <a:uFillTx/>
              <a:latin typeface="CiscoSansTT ExtraLight" panose="020B0303020201020303" pitchFamily="34" charset="0"/>
              <a:cs typeface="CiscoSansTT ExtraLight" panose="020B0303020201020303" pitchFamily="34" charset="0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E0FD969-54E8-66C6-6FA8-7ECE34E35FAB}"/>
              </a:ext>
            </a:extLst>
          </p:cNvPr>
          <p:cNvSpPr txBox="1">
            <a:spLocks/>
          </p:cNvSpPr>
          <p:nvPr/>
        </p:nvSpPr>
        <p:spPr>
          <a:xfrm>
            <a:off x="6136926" y="2957200"/>
            <a:ext cx="3883959" cy="2980849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482" marR="0" lvl="0" indent="-226482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Further the demand forecast is extended into the future, higher the forecast inaccuracy</a:t>
            </a:r>
          </a:p>
          <a:p>
            <a:pPr marL="226482" marR="0" lvl="0" indent="-226482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Forecast horizon depends on the lead time (time to produce a product) </a:t>
            </a:r>
          </a:p>
          <a:p>
            <a:pPr marL="226482" marR="0" lvl="0" indent="-226482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Forecasts are more useful if prepared early enough to react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D06EDE-3F18-E60D-EAD2-3CEAA79DE33A}"/>
              </a:ext>
            </a:extLst>
          </p:cNvPr>
          <p:cNvSpPr/>
          <p:nvPr/>
        </p:nvSpPr>
        <p:spPr>
          <a:xfrm>
            <a:off x="1749607" y="6445457"/>
            <a:ext cx="1259296" cy="141801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8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27CE1-91DF-4123-92E9-21CF745E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504008-2726-1316-2B48-E8D9DB28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6" y="260715"/>
            <a:ext cx="5792450" cy="917575"/>
          </a:xfrm>
        </p:spPr>
        <p:txBody>
          <a:bodyPr/>
          <a:lstStyle/>
          <a:p>
            <a:r>
              <a:rPr lang="en-US" dirty="0"/>
              <a:t>Characteristics of forecasts</a:t>
            </a:r>
            <a:br>
              <a:rPr lang="en-US" dirty="0">
                <a:solidFill>
                  <a:srgbClr val="FFFFFF"/>
                </a:solidFill>
                <a:latin typeface="CiscoSansTT ExtraLight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100ADCD-3EBF-8C14-7A5B-C5B297D0E4A8}"/>
              </a:ext>
            </a:extLst>
          </p:cNvPr>
          <p:cNvSpPr txBox="1">
            <a:spLocks/>
          </p:cNvSpPr>
          <p:nvPr/>
        </p:nvSpPr>
        <p:spPr>
          <a:xfrm>
            <a:off x="6139467" y="2217685"/>
            <a:ext cx="4304658" cy="718296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lang="en-US" sz="20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8. When forecasts are not needed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875066DD-4102-856C-A836-2868EF2CFE14}"/>
              </a:ext>
            </a:extLst>
          </p:cNvPr>
          <p:cNvSpPr txBox="1">
            <a:spLocks/>
          </p:cNvSpPr>
          <p:nvPr/>
        </p:nvSpPr>
        <p:spPr>
          <a:xfrm>
            <a:off x="878149" y="2238903"/>
            <a:ext cx="4231576" cy="718297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lang="en-US" sz="20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7. Variations in Demand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094FBE8-51E9-A5CB-B673-76D348F9D828}"/>
              </a:ext>
            </a:extLst>
          </p:cNvPr>
          <p:cNvSpPr txBox="1">
            <a:spLocks/>
          </p:cNvSpPr>
          <p:nvPr/>
        </p:nvSpPr>
        <p:spPr>
          <a:xfrm>
            <a:off x="935883" y="2935981"/>
            <a:ext cx="4173842" cy="309970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060" marR="0" lvl="0" indent="-226060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Variations in demand by Businesses – promotions to meet quarterly and/or annual targets.</a:t>
            </a:r>
          </a:p>
          <a:p>
            <a:pPr marL="226060" marR="0" lvl="0" indent="-226060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Variations in demand by Outside Factors – Storms, Riots, Competitive actions etc.</a:t>
            </a:r>
          </a:p>
          <a:p>
            <a:pPr marL="226060" marR="0" lvl="0" indent="-226060" algn="l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endParaRPr lang="en-US" sz="1400" b="0" i="0" u="none" strike="noStrike" kern="1200" cap="none" spc="0" normalizeH="0" baseline="0" noProof="0" dirty="0">
              <a:ln>
                <a:noFill/>
              </a:ln>
              <a:solidFill>
                <a:srgbClr val="1E4471"/>
              </a:solidFill>
              <a:effectLst/>
              <a:uLnTx/>
              <a:uFillTx/>
              <a:latin typeface="CiscoSansTT ExtraLight" panose="020B0303020201020303" pitchFamily="34" charset="0"/>
              <a:cs typeface="CiscoSansTT ExtraLight" panose="020B0303020201020303" pitchFamily="34" charset="0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CEF5F73-FCB8-87A4-8B98-17D92D3D9283}"/>
              </a:ext>
            </a:extLst>
          </p:cNvPr>
          <p:cNvSpPr txBox="1">
            <a:spLocks/>
          </p:cNvSpPr>
          <p:nvPr/>
        </p:nvSpPr>
        <p:spPr>
          <a:xfrm>
            <a:off x="6136926" y="2957200"/>
            <a:ext cx="3883959" cy="2980849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482" marR="0" lvl="0" indent="-226482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Future is expected to be the same as the past.</a:t>
            </a:r>
          </a:p>
          <a:p>
            <a:pPr marL="226482" marR="0" lvl="0" indent="-226482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Enough time to react, i.e., your cycle time is shorter than the customer’s cycle time.</a:t>
            </a:r>
          </a:p>
          <a:p>
            <a:pPr marL="226482" marR="0" lvl="0" indent="-226482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Forecasts will be the same as budget.</a:t>
            </a:r>
          </a:p>
          <a:p>
            <a:pPr marL="226482" marR="0" lvl="0" indent="-226482" algn="l" defTabSz="912276" rtl="0" eaLnBrk="1" fontAlgn="base" latinLnBrk="0" hangingPunct="1">
              <a:lnSpc>
                <a:spcPct val="100000"/>
              </a:lnSpc>
              <a:spcBef>
                <a:spcPts val="1433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iscoSansTT Light"/>
                <a:ea typeface="ＭＳ Ｐゴシック"/>
                <a:cs typeface="+mn-cs"/>
              </a:rPr>
              <a:t>Products are always made to order.</a:t>
            </a:r>
          </a:p>
        </p:txBody>
      </p:sp>
      <p:pic>
        <p:nvPicPr>
          <p:cNvPr id="2" name="Picture Placeholder 22" descr="Seesaw with solid fill">
            <a:extLst>
              <a:ext uri="{FF2B5EF4-FFF2-40B4-BE49-F238E27FC236}">
                <a16:creationId xmlns:a16="http://schemas.microsoft.com/office/drawing/2014/main" id="{3190DB41-7731-2946-E258-53D708695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271" b="3271"/>
          <a:stretch/>
        </p:blipFill>
        <p:spPr>
          <a:xfrm>
            <a:off x="1816821" y="1194653"/>
            <a:ext cx="1024772" cy="957729"/>
          </a:xfrm>
          <a:prstGeom prst="rect">
            <a:avLst/>
          </a:prstGeom>
        </p:spPr>
      </p:pic>
      <p:pic>
        <p:nvPicPr>
          <p:cNvPr id="3" name="Picture Placeholder 22" descr="Badge Cross outline">
            <a:extLst>
              <a:ext uri="{FF2B5EF4-FFF2-40B4-BE49-F238E27FC236}">
                <a16:creationId xmlns:a16="http://schemas.microsoft.com/office/drawing/2014/main" id="{92004984-09D7-18E5-D632-3FEEBB5433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271" b="3271"/>
          <a:stretch/>
        </p:blipFill>
        <p:spPr>
          <a:xfrm>
            <a:off x="7566519" y="1194653"/>
            <a:ext cx="1024772" cy="9577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41341C-D33F-0D9B-DB7A-A8E1DC453346}"/>
              </a:ext>
            </a:extLst>
          </p:cNvPr>
          <p:cNvSpPr/>
          <p:nvPr/>
        </p:nvSpPr>
        <p:spPr>
          <a:xfrm>
            <a:off x="1749607" y="6445457"/>
            <a:ext cx="1259296" cy="141801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918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5AB3F-A1DC-65C8-93C4-A94D176C8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FF7D9B-5817-E359-E59C-992B7C6F4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88" y="201889"/>
            <a:ext cx="11111877" cy="571261"/>
          </a:xfrm>
        </p:spPr>
        <p:txBody>
          <a:bodyPr/>
          <a:lstStyle/>
          <a:p>
            <a:r>
              <a:rPr lang="en-US" b="1" dirty="0"/>
              <a:t>Kimberly-Clark Case Study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grpSp>
        <p:nvGrpSpPr>
          <p:cNvPr id="2" name="Group 1" descr="Sample boxed text with icon">
            <a:extLst>
              <a:ext uri="{FF2B5EF4-FFF2-40B4-BE49-F238E27FC236}">
                <a16:creationId xmlns:a16="http://schemas.microsoft.com/office/drawing/2014/main" id="{A5E839B3-04F2-9B3F-D308-D70D418F90FE}"/>
              </a:ext>
            </a:extLst>
          </p:cNvPr>
          <p:cNvGrpSpPr/>
          <p:nvPr/>
        </p:nvGrpSpPr>
        <p:grpSpPr>
          <a:xfrm>
            <a:off x="192431" y="1719843"/>
            <a:ext cx="3792971" cy="1643994"/>
            <a:chOff x="722313" y="2500311"/>
            <a:chExt cx="3468660" cy="2182814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60E7D28-C0F4-F947-AC22-B17E7CDDB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2313" y="2500311"/>
              <a:ext cx="3468660" cy="2182814"/>
            </a:xfrm>
            <a:prstGeom prst="roundRect">
              <a:avLst>
                <a:gd name="adj" fmla="val 5045"/>
              </a:avLst>
            </a:prstGeom>
            <a:noFill/>
            <a:ln w="15875"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FA8558E-C10B-C3EC-761C-984DD5306451}"/>
                </a:ext>
              </a:extLst>
            </p:cNvPr>
            <p:cNvSpPr txBox="1"/>
            <p:nvPr/>
          </p:nvSpPr>
          <p:spPr>
            <a:xfrm>
              <a:off x="861887" y="2588828"/>
              <a:ext cx="3234420" cy="1729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The Challenge</a:t>
              </a:r>
            </a:p>
            <a:p>
              <a:pPr marL="0" marR="0" lvl="0" indent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Tx/>
                <a:buNone/>
                <a:tabLst/>
                <a:defRPr/>
              </a:pPr>
              <a:r>
                <a:rPr lang="en-US" sz="1400" b="1" dirty="0">
                  <a:solidFill>
                    <a:srgbClr val="FFFFFF"/>
                  </a:solidFill>
                  <a:latin typeface="CiscoSansTT"/>
                  <a:ea typeface="ＭＳ Ｐゴシック" charset="0"/>
                </a:rPr>
                <a:t>Legacy Forecasting</a:t>
              </a: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Relied on 6-month-old historical shipping data. High "Forecast Lag" led to excess inventory and stockouts.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1C65C1C-A430-28AD-82D4-214170952830}"/>
              </a:ext>
            </a:extLst>
          </p:cNvPr>
          <p:cNvSpPr txBox="1"/>
          <p:nvPr/>
        </p:nvSpPr>
        <p:spPr>
          <a:xfrm>
            <a:off x="1066572" y="3114843"/>
            <a:ext cx="11680616" cy="13959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ＭＳ Ｐゴシック" charset="0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88D05B-17CC-9A8F-1F25-290C3B8FFE07}"/>
              </a:ext>
            </a:extLst>
          </p:cNvPr>
          <p:cNvSpPr txBox="1"/>
          <p:nvPr/>
        </p:nvSpPr>
        <p:spPr>
          <a:xfrm>
            <a:off x="177834" y="3470487"/>
            <a:ext cx="1182019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rPr>
              <a:t> What Went Right?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ＭＳ Ｐゴシック" charset="0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FEB4F0-D7D9-46CF-ECE6-BBEF07E65B2E}"/>
              </a:ext>
            </a:extLst>
          </p:cNvPr>
          <p:cNvSpPr txBox="1"/>
          <p:nvPr/>
        </p:nvSpPr>
        <p:spPr>
          <a:xfrm>
            <a:off x="3047999" y="2691773"/>
            <a:ext cx="8603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D7421A-08A2-0698-4EA4-1DBB76377A0C}"/>
              </a:ext>
            </a:extLst>
          </p:cNvPr>
          <p:cNvSpPr txBox="1"/>
          <p:nvPr/>
        </p:nvSpPr>
        <p:spPr>
          <a:xfrm>
            <a:off x="123416" y="799294"/>
            <a:ext cx="119290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/>
                </a:solidFill>
              </a:rPr>
              <a:t>Kimberly-Clark(the makers of Huggies and Kleenex) successfully implemented a 'Demand Sensing' forecasting system to align production with actual consumer behavior. This eliminated the 'Bullwhip Effect' and saved hundreds of millions in inventory costs.</a:t>
            </a:r>
            <a:endParaRPr lang="en-IN" sz="1600" dirty="0">
              <a:solidFill>
                <a:schemeClr val="bg1"/>
              </a:solidFill>
            </a:endParaRPr>
          </a:p>
        </p:txBody>
      </p:sp>
      <p:grpSp>
        <p:nvGrpSpPr>
          <p:cNvPr id="15" name="Group 14" descr="Sample boxed text with icon">
            <a:extLst>
              <a:ext uri="{FF2B5EF4-FFF2-40B4-BE49-F238E27FC236}">
                <a16:creationId xmlns:a16="http://schemas.microsoft.com/office/drawing/2014/main" id="{737A5630-9F0B-D2FF-0566-601186198DC3}"/>
              </a:ext>
            </a:extLst>
          </p:cNvPr>
          <p:cNvGrpSpPr/>
          <p:nvPr/>
        </p:nvGrpSpPr>
        <p:grpSpPr>
          <a:xfrm>
            <a:off x="4196863" y="1719843"/>
            <a:ext cx="3792971" cy="1643994"/>
            <a:chOff x="722313" y="2500311"/>
            <a:chExt cx="3468660" cy="2182814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08FC571-31B7-CD75-F0B2-302A71E99B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2313" y="2500311"/>
              <a:ext cx="3468660" cy="2182814"/>
            </a:xfrm>
            <a:prstGeom prst="roundRect">
              <a:avLst>
                <a:gd name="adj" fmla="val 5045"/>
              </a:avLst>
            </a:prstGeom>
            <a:noFill/>
            <a:ln w="15875"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2B33765-5F9D-0B79-CCB7-69E4BF530D6A}"/>
                </a:ext>
              </a:extLst>
            </p:cNvPr>
            <p:cNvSpPr txBox="1"/>
            <p:nvPr/>
          </p:nvSpPr>
          <p:spPr>
            <a:xfrm>
              <a:off x="861887" y="2588828"/>
              <a:ext cx="3234420" cy="1729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The Implementation</a:t>
              </a: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Real-Time Integration</a:t>
              </a: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Partnered with retailers (Walmart/Target) to pull daily Point-of-Sale (POS) data directly into the forecasting engine.</a:t>
              </a:r>
            </a:p>
          </p:txBody>
        </p:sp>
      </p:grpSp>
      <p:grpSp>
        <p:nvGrpSpPr>
          <p:cNvPr id="26" name="Group 25" descr="Sample boxed text with icon">
            <a:extLst>
              <a:ext uri="{FF2B5EF4-FFF2-40B4-BE49-F238E27FC236}">
                <a16:creationId xmlns:a16="http://schemas.microsoft.com/office/drawing/2014/main" id="{C8EF1E58-0445-1D8A-233E-88B2310B59C5}"/>
              </a:ext>
            </a:extLst>
          </p:cNvPr>
          <p:cNvGrpSpPr/>
          <p:nvPr/>
        </p:nvGrpSpPr>
        <p:grpSpPr>
          <a:xfrm>
            <a:off x="8240766" y="1719843"/>
            <a:ext cx="3792971" cy="1643995"/>
            <a:chOff x="722313" y="2500311"/>
            <a:chExt cx="3468660" cy="218281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5CB6FD7-7C1E-4106-AE9F-907899E70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2313" y="2500311"/>
              <a:ext cx="3468660" cy="2182814"/>
            </a:xfrm>
            <a:prstGeom prst="roundRect">
              <a:avLst>
                <a:gd name="adj" fmla="val 5045"/>
              </a:avLst>
            </a:prstGeom>
            <a:noFill/>
            <a:ln w="15875"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9F0F0E2-7A9C-2A5C-5C51-2E4039465931}"/>
                </a:ext>
              </a:extLst>
            </p:cNvPr>
            <p:cNvSpPr txBox="1"/>
            <p:nvPr/>
          </p:nvSpPr>
          <p:spPr>
            <a:xfrm>
              <a:off x="861887" y="2588828"/>
              <a:ext cx="3234420" cy="17299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The Result</a:t>
              </a:r>
            </a:p>
            <a:p>
              <a:pPr marL="0" marR="0" lvl="0" indent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Precision &amp; Savings</a:t>
              </a:r>
            </a:p>
            <a:p>
              <a:pPr marL="0" marR="0" lvl="0" indent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Achieved a 35% increase in forecast accuracy. Reduced excess inventory by 19% while improving customer service levels.</a:t>
              </a:r>
            </a:p>
          </p:txBody>
        </p:sp>
      </p:grpSp>
      <p:grpSp>
        <p:nvGrpSpPr>
          <p:cNvPr id="32" name="Group 31" descr="Sample boxed text with icon">
            <a:extLst>
              <a:ext uri="{FF2B5EF4-FFF2-40B4-BE49-F238E27FC236}">
                <a16:creationId xmlns:a16="http://schemas.microsoft.com/office/drawing/2014/main" id="{BC56A508-258D-8AFF-8910-BF858AD72F45}"/>
              </a:ext>
            </a:extLst>
          </p:cNvPr>
          <p:cNvGrpSpPr/>
          <p:nvPr/>
        </p:nvGrpSpPr>
        <p:grpSpPr>
          <a:xfrm>
            <a:off x="185131" y="3854139"/>
            <a:ext cx="3807569" cy="2369197"/>
            <a:chOff x="722313" y="2500311"/>
            <a:chExt cx="3468660" cy="2182814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BCABDFE4-DA12-087B-C210-23910CE36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2313" y="2500311"/>
              <a:ext cx="3468660" cy="2182814"/>
            </a:xfrm>
            <a:prstGeom prst="roundRect">
              <a:avLst>
                <a:gd name="adj" fmla="val 5045"/>
              </a:avLst>
            </a:prstGeom>
            <a:noFill/>
            <a:ln w="15875"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55327-236E-CFDB-B8C5-A24DC6935275}"/>
                </a:ext>
              </a:extLst>
            </p:cNvPr>
            <p:cNvSpPr txBox="1"/>
            <p:nvPr/>
          </p:nvSpPr>
          <p:spPr>
            <a:xfrm>
              <a:off x="861887" y="2588828"/>
              <a:ext cx="3234420" cy="19187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Real-Time Data (System)</a:t>
              </a: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The System sensed demand, it didn't guess it. By using "Downstream Data" (actual sales), the system reflected what was happening in stores today, not months ago.</a:t>
              </a:r>
            </a:p>
          </p:txBody>
        </p:sp>
      </p:grpSp>
      <p:pic>
        <p:nvPicPr>
          <p:cNvPr id="36" name="Graphic 35" descr="Barcode with solid fill">
            <a:extLst>
              <a:ext uri="{FF2B5EF4-FFF2-40B4-BE49-F238E27FC236}">
                <a16:creationId xmlns:a16="http://schemas.microsoft.com/office/drawing/2014/main" id="{67BBB402-0D84-8D73-7E6D-949A9913B7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6538" y="4517508"/>
            <a:ext cx="833863" cy="833863"/>
          </a:xfrm>
          <a:prstGeom prst="rect">
            <a:avLst/>
          </a:prstGeom>
        </p:spPr>
      </p:pic>
      <p:grpSp>
        <p:nvGrpSpPr>
          <p:cNvPr id="40" name="Group 39" descr="Sample boxed text with icon">
            <a:extLst>
              <a:ext uri="{FF2B5EF4-FFF2-40B4-BE49-F238E27FC236}">
                <a16:creationId xmlns:a16="http://schemas.microsoft.com/office/drawing/2014/main" id="{7FEF200D-1C3E-A3F8-D22B-46EDD1166719}"/>
              </a:ext>
            </a:extLst>
          </p:cNvPr>
          <p:cNvGrpSpPr/>
          <p:nvPr/>
        </p:nvGrpSpPr>
        <p:grpSpPr>
          <a:xfrm>
            <a:off x="4196863" y="3854138"/>
            <a:ext cx="3807569" cy="2369197"/>
            <a:chOff x="722313" y="2500311"/>
            <a:chExt cx="3468660" cy="2220718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ADE7A17-F666-D7AF-96ED-92032D8CF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2313" y="2500311"/>
              <a:ext cx="3468660" cy="2220718"/>
            </a:xfrm>
            <a:prstGeom prst="roundRect">
              <a:avLst>
                <a:gd name="adj" fmla="val 5045"/>
              </a:avLst>
            </a:prstGeom>
            <a:noFill/>
            <a:ln w="15875"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8A4A97E-ED19-BFCF-0088-9599932E507E}"/>
                </a:ext>
              </a:extLst>
            </p:cNvPr>
            <p:cNvSpPr txBox="1"/>
            <p:nvPr/>
          </p:nvSpPr>
          <p:spPr>
            <a:xfrm>
              <a:off x="861887" y="2588828"/>
              <a:ext cx="3234420" cy="19184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Continuous Monitoring (Process)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b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</a:b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Errors were caught in 24 hours. A daily automated process monitored for "Forecast Bias”.</a:t>
              </a:r>
            </a:p>
          </p:txBody>
        </p:sp>
      </p:grpSp>
      <p:pic>
        <p:nvPicPr>
          <p:cNvPr id="44" name="Graphic 43" descr="Magnifying glass outline">
            <a:extLst>
              <a:ext uri="{FF2B5EF4-FFF2-40B4-BE49-F238E27FC236}">
                <a16:creationId xmlns:a16="http://schemas.microsoft.com/office/drawing/2014/main" id="{BBB3E11C-6687-8E69-AB90-8E69FE071E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1626" y="4649625"/>
            <a:ext cx="676837" cy="676837"/>
          </a:xfrm>
          <a:prstGeom prst="rect">
            <a:avLst/>
          </a:prstGeom>
        </p:spPr>
      </p:pic>
      <p:grpSp>
        <p:nvGrpSpPr>
          <p:cNvPr id="45" name="Group 44" descr="Sample boxed text with icon">
            <a:extLst>
              <a:ext uri="{FF2B5EF4-FFF2-40B4-BE49-F238E27FC236}">
                <a16:creationId xmlns:a16="http://schemas.microsoft.com/office/drawing/2014/main" id="{1E5DB611-7B68-5DFF-8247-A39DD7F304F4}"/>
              </a:ext>
            </a:extLst>
          </p:cNvPr>
          <p:cNvGrpSpPr/>
          <p:nvPr/>
        </p:nvGrpSpPr>
        <p:grpSpPr>
          <a:xfrm>
            <a:off x="8214010" y="3854137"/>
            <a:ext cx="3807569" cy="2369197"/>
            <a:chOff x="722313" y="2500311"/>
            <a:chExt cx="3468660" cy="2220718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6BB39B8B-F164-A743-7C65-F7F7BF288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2313" y="2500311"/>
              <a:ext cx="3468660" cy="2220718"/>
            </a:xfrm>
            <a:prstGeom prst="roundRect">
              <a:avLst>
                <a:gd name="adj" fmla="val 5045"/>
              </a:avLst>
            </a:prstGeom>
            <a:noFill/>
            <a:ln w="15875"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+mn-ea"/>
                <a:cs typeface="+mn-c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AACAC58-157B-BE4D-AD2F-0CAD749B801C}"/>
                </a:ext>
              </a:extLst>
            </p:cNvPr>
            <p:cNvSpPr txBox="1"/>
            <p:nvPr/>
          </p:nvSpPr>
          <p:spPr>
            <a:xfrm>
              <a:off x="861887" y="2588828"/>
              <a:ext cx="3234420" cy="19184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Cross-Functional Trust (Integration)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One forecast for everyone. Sales, Finance, and Supply Chain all worked from the same data, ensuring the entire company moved in sync with the customer.</a:t>
              </a:r>
            </a:p>
          </p:txBody>
        </p:sp>
      </p:grpSp>
      <p:pic>
        <p:nvPicPr>
          <p:cNvPr id="49" name="Graphic 48" descr="Gears outline">
            <a:extLst>
              <a:ext uri="{FF2B5EF4-FFF2-40B4-BE49-F238E27FC236}">
                <a16:creationId xmlns:a16="http://schemas.microsoft.com/office/drawing/2014/main" id="{B8E450B1-A057-44C8-3D46-E2D41EA70D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85871" y="4649626"/>
            <a:ext cx="733133" cy="62238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CEC7F1BE-6067-383F-E009-FB77DD7F1B32}"/>
              </a:ext>
            </a:extLst>
          </p:cNvPr>
          <p:cNvSpPr/>
          <p:nvPr/>
        </p:nvSpPr>
        <p:spPr>
          <a:xfrm>
            <a:off x="1749607" y="6445457"/>
            <a:ext cx="1259296" cy="141801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894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E5DDD-6964-0558-6EA8-73C564123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F3505F-1516-ECA1-B1FF-2A0EAAD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06" y="749546"/>
            <a:ext cx="4326082" cy="917575"/>
          </a:xfrm>
        </p:spPr>
        <p:txBody>
          <a:bodyPr/>
          <a:lstStyle/>
          <a:p>
            <a:r>
              <a:rPr lang="en-US" dirty="0"/>
              <a:t>Forecasting: A Rocket Science?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2" name="Google Shape;1094;p205">
            <a:extLst>
              <a:ext uri="{FF2B5EF4-FFF2-40B4-BE49-F238E27FC236}">
                <a16:creationId xmlns:a16="http://schemas.microsoft.com/office/drawing/2014/main" id="{6F2FC3F0-D3CB-0A87-A701-FD4C5C31D122}"/>
              </a:ext>
            </a:extLst>
          </p:cNvPr>
          <p:cNvPicPr preferRelativeResize="0"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9" r="12779"/>
          <a:stretch/>
        </p:blipFill>
        <p:spPr>
          <a:xfrm>
            <a:off x="0" y="638287"/>
            <a:ext cx="6037729" cy="5467837"/>
          </a:xfrm>
          <a:prstGeom prst="flowChartDelay">
            <a:avLst/>
          </a:prstGeom>
          <a:noFill/>
          <a:ln>
            <a:noFill/>
          </a:ln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84CB9D4-EDFE-E716-42D1-37EF5A8CA575}"/>
              </a:ext>
            </a:extLst>
          </p:cNvPr>
          <p:cNvSpPr txBox="1">
            <a:spLocks/>
          </p:cNvSpPr>
          <p:nvPr/>
        </p:nvSpPr>
        <p:spPr>
          <a:xfrm>
            <a:off x="6882506" y="2016600"/>
            <a:ext cx="4601245" cy="26998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000" dirty="0">
                <a:solidFill>
                  <a:schemeClr val="accent1"/>
                </a:solidFill>
                <a:latin typeface="+mj-lt"/>
                <a:ea typeface="ＭＳ Ｐゴシック" charset="0"/>
              </a:rPr>
              <a:t>SCIENCE through Data Modeling</a:t>
            </a:r>
            <a:endParaRPr lang="en-US" sz="2000" dirty="0">
              <a:solidFill>
                <a:schemeClr val="accent1"/>
              </a:solidFill>
              <a:latin typeface="+mj-lt"/>
              <a:ea typeface="ＭＳ Ｐゴシック" charset="0"/>
              <a:sym typeface="Helvetica Neue Light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F36094E-F3BF-C36E-E6DD-1F8A93F4E7FA}"/>
              </a:ext>
            </a:extLst>
          </p:cNvPr>
          <p:cNvSpPr txBox="1">
            <a:spLocks/>
          </p:cNvSpPr>
          <p:nvPr/>
        </p:nvSpPr>
        <p:spPr>
          <a:xfrm>
            <a:off x="6966348" y="2563394"/>
            <a:ext cx="3870300" cy="53181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cs typeface="Arial"/>
                <a:sym typeface="Helvetica Neue Light"/>
              </a:rPr>
              <a:t>-mathematical models to create forecast from historical data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DA1A3EEB-6B2C-7C3C-6991-07FB18A60855}"/>
              </a:ext>
            </a:extLst>
          </p:cNvPr>
          <p:cNvSpPr txBox="1">
            <a:spLocks/>
          </p:cNvSpPr>
          <p:nvPr/>
        </p:nvSpPr>
        <p:spPr>
          <a:xfrm>
            <a:off x="6881332" y="3650900"/>
            <a:ext cx="4602419" cy="531813"/>
          </a:xfrm>
          <a:prstGeom prst="rect">
            <a:avLst/>
          </a:prstGeom>
        </p:spPr>
        <p:txBody>
          <a:bodyPr/>
          <a:lstStyle>
            <a:lvl1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20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36576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2pPr>
            <a:lvl3pPr marL="54864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3pPr>
            <a:lvl4pPr marL="73152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4pPr>
            <a:lvl5pPr marL="91440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48" indent="0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accent1"/>
                </a:solidFill>
                <a:latin typeface="+mj-lt"/>
              </a:rPr>
              <a:t>ART through Business Consensus</a:t>
            </a:r>
            <a:endParaRPr lang="en-IN" dirty="0">
              <a:solidFill>
                <a:schemeClr val="accent1"/>
              </a:solidFill>
              <a:latin typeface="+mj-lt"/>
              <a:sym typeface="Helvetica Neue Light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AF499B7-8E4B-5AAB-5E0F-CE8CC7522618}"/>
              </a:ext>
            </a:extLst>
          </p:cNvPr>
          <p:cNvSpPr txBox="1">
            <a:spLocks/>
          </p:cNvSpPr>
          <p:nvPr/>
        </p:nvSpPr>
        <p:spPr>
          <a:xfrm>
            <a:off x="6966348" y="4270365"/>
            <a:ext cx="4195194" cy="53181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cs typeface="Arial"/>
                <a:sym typeface="Helvetica Neue Light"/>
              </a:rPr>
              <a:t>-agreeing on one number forecast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8DC043-EE76-700E-57B9-140D45FC47AE}"/>
              </a:ext>
            </a:extLst>
          </p:cNvPr>
          <p:cNvSpPr/>
          <p:nvPr/>
        </p:nvSpPr>
        <p:spPr>
          <a:xfrm>
            <a:off x="1749607" y="6445457"/>
            <a:ext cx="1259296" cy="141801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212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63ED9-1B00-9E35-F3B0-88241A291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F5AAA-ED64-1323-757B-5E58FB3B1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08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8E57E-33BD-3180-62AF-02DEC6C59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2CD07-5131-420F-61C6-7F7947EA0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60" y="386791"/>
            <a:ext cx="11111877" cy="571261"/>
          </a:xfrm>
        </p:spPr>
        <p:txBody>
          <a:bodyPr/>
          <a:lstStyle/>
          <a:p>
            <a:r>
              <a:rPr lang="en-US" b="1" dirty="0"/>
              <a:t>Zara Case Study: Mastering Demand-Driven Forecasting</a:t>
            </a:r>
            <a:br>
              <a:rPr lang="en-US" dirty="0"/>
            </a:br>
            <a:endParaRPr lang="en-US" dirty="0"/>
          </a:p>
        </p:txBody>
      </p:sp>
      <p:grpSp>
        <p:nvGrpSpPr>
          <p:cNvPr id="2" name="Group 1" descr="Sample boxed text with icon">
            <a:extLst>
              <a:ext uri="{FF2B5EF4-FFF2-40B4-BE49-F238E27FC236}">
                <a16:creationId xmlns:a16="http://schemas.microsoft.com/office/drawing/2014/main" id="{B7178D4F-FE40-269E-B758-2C7BC10F38BB}"/>
              </a:ext>
            </a:extLst>
          </p:cNvPr>
          <p:cNvGrpSpPr/>
          <p:nvPr/>
        </p:nvGrpSpPr>
        <p:grpSpPr>
          <a:xfrm>
            <a:off x="255693" y="1424546"/>
            <a:ext cx="3792971" cy="2069641"/>
            <a:chOff x="722313" y="2500311"/>
            <a:chExt cx="3468660" cy="2182814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0410958-1DC2-8B7A-6598-B0256B231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2313" y="2500311"/>
              <a:ext cx="3468660" cy="2182814"/>
            </a:xfrm>
            <a:prstGeom prst="roundRect">
              <a:avLst>
                <a:gd name="adj" fmla="val 5045"/>
              </a:avLst>
            </a:prstGeom>
            <a:noFill/>
            <a:ln w="15875"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A09E6F6-847E-6740-C602-D6072FD0DF27}"/>
                </a:ext>
              </a:extLst>
            </p:cNvPr>
            <p:cNvSpPr txBox="1"/>
            <p:nvPr/>
          </p:nvSpPr>
          <p:spPr>
            <a:xfrm>
              <a:off x="861887" y="2588828"/>
              <a:ext cx="3234420" cy="20612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Real-Time Sensing</a:t>
              </a:r>
            </a:p>
            <a:p>
              <a:pPr marL="285750" marR="0" lvl="0" indent="-285750" algn="l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  <a:p>
              <a:pPr marL="285750" marR="0" lvl="0" indent="-285750" algn="l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endParaRPr lang="en-US" sz="1400" b="1" dirty="0">
                <a:solidFill>
                  <a:srgbClr val="FFFFFF"/>
                </a:solidFill>
                <a:latin typeface="CiscoSansTT"/>
                <a:ea typeface="ＭＳ Ｐゴシック" charset="0"/>
              </a:endParaRP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Store managers capture customer feedback and real-time sales data daily. This removes the "guesswork" from the forecast.</a:t>
              </a:r>
            </a:p>
          </p:txBody>
        </p:sp>
      </p:grpSp>
      <p:grpSp>
        <p:nvGrpSpPr>
          <p:cNvPr id="17" name="Group 16" descr="Sample boxed text with icon">
            <a:extLst>
              <a:ext uri="{FF2B5EF4-FFF2-40B4-BE49-F238E27FC236}">
                <a16:creationId xmlns:a16="http://schemas.microsoft.com/office/drawing/2014/main" id="{7C6105D2-7E2B-F605-F8F3-C4432D1F9597}"/>
              </a:ext>
            </a:extLst>
          </p:cNvPr>
          <p:cNvGrpSpPr/>
          <p:nvPr/>
        </p:nvGrpSpPr>
        <p:grpSpPr>
          <a:xfrm>
            <a:off x="255692" y="3695830"/>
            <a:ext cx="11680616" cy="1979060"/>
            <a:chOff x="722313" y="2500311"/>
            <a:chExt cx="3468660" cy="218281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10CD7DD-054F-418D-85D5-DE638953A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2313" y="2500311"/>
              <a:ext cx="3468660" cy="2182814"/>
            </a:xfrm>
            <a:prstGeom prst="roundRect">
              <a:avLst>
                <a:gd name="adj" fmla="val 5045"/>
              </a:avLst>
            </a:prstGeom>
            <a:noFill/>
            <a:ln w="15875"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07B7A4A-6B32-897E-50AF-6499932BED40}"/>
                </a:ext>
              </a:extLst>
            </p:cNvPr>
            <p:cNvSpPr txBox="1"/>
            <p:nvPr/>
          </p:nvSpPr>
          <p:spPr>
            <a:xfrm>
              <a:off x="789270" y="2561264"/>
              <a:ext cx="3339888" cy="10975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 Success Metrics</a:t>
              </a:r>
            </a:p>
            <a:p>
              <a:pPr marL="0" marR="0" lvl="0" indent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  <a:p>
              <a:pPr marL="0" marR="0" lvl="0" indent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967741A-E131-5BFD-0167-2D3F13E99C1D}"/>
              </a:ext>
            </a:extLst>
          </p:cNvPr>
          <p:cNvSpPr txBox="1"/>
          <p:nvPr/>
        </p:nvSpPr>
        <p:spPr>
          <a:xfrm>
            <a:off x="255691" y="4184522"/>
            <a:ext cx="11680616" cy="13959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rPr>
              <a:t>High Full-Price Sales: 85% of items are sold at full price (industry average is much lower).</a:t>
            </a:r>
          </a:p>
          <a:p>
            <a:pPr marL="0" marR="0" lvl="0" indent="0" algn="ctr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rPr>
              <a:t>Customer Loyalty: Customers visit Zara stores 17 times a year on average because the "forecasted" stock is always fresh and relevant.</a:t>
            </a:r>
          </a:p>
          <a:p>
            <a:pPr marL="0" marR="0" lvl="0" indent="0" algn="ctr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rPr>
              <a:t>Low Waste: Minimal unsold inventory due to highly accurate, short-term forecasting.</a:t>
            </a:r>
            <a:endParaRPr kumimoji="0" lang="en-IN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ＭＳ Ｐゴシック" charset="0"/>
              <a:cs typeface="+mn-cs"/>
            </a:endParaRPr>
          </a:p>
        </p:txBody>
      </p:sp>
      <p:pic>
        <p:nvPicPr>
          <p:cNvPr id="8" name="Graphic 7" descr="No Phones outline">
            <a:extLst>
              <a:ext uri="{FF2B5EF4-FFF2-40B4-BE49-F238E27FC236}">
                <a16:creationId xmlns:a16="http://schemas.microsoft.com/office/drawing/2014/main" id="{0493DCE0-CCC0-EA0D-29D6-F1E5439B1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4107" y="1822246"/>
            <a:ext cx="639531" cy="639531"/>
          </a:xfrm>
          <a:prstGeom prst="rect">
            <a:avLst/>
          </a:prstGeom>
        </p:spPr>
      </p:pic>
      <p:grpSp>
        <p:nvGrpSpPr>
          <p:cNvPr id="9" name="Group 8" descr="Sample boxed text with icon">
            <a:extLst>
              <a:ext uri="{FF2B5EF4-FFF2-40B4-BE49-F238E27FC236}">
                <a16:creationId xmlns:a16="http://schemas.microsoft.com/office/drawing/2014/main" id="{E2AB62FB-F34A-0E5F-8F07-4CD4B4077BEC}"/>
              </a:ext>
            </a:extLst>
          </p:cNvPr>
          <p:cNvGrpSpPr/>
          <p:nvPr/>
        </p:nvGrpSpPr>
        <p:grpSpPr>
          <a:xfrm>
            <a:off x="4201288" y="1424546"/>
            <a:ext cx="3792971" cy="2069641"/>
            <a:chOff x="722313" y="2500311"/>
            <a:chExt cx="3468660" cy="218281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5ADE171-6C12-A74C-2A15-4BBF2A0BA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2313" y="2500311"/>
              <a:ext cx="3468660" cy="2182814"/>
            </a:xfrm>
            <a:prstGeom prst="roundRect">
              <a:avLst>
                <a:gd name="adj" fmla="val 5045"/>
              </a:avLst>
            </a:prstGeom>
            <a:noFill/>
            <a:ln w="15875"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A949B1-A71B-64C7-D865-9C1420C22F88}"/>
                </a:ext>
              </a:extLst>
            </p:cNvPr>
            <p:cNvSpPr txBox="1"/>
            <p:nvPr/>
          </p:nvSpPr>
          <p:spPr>
            <a:xfrm>
              <a:off x="861887" y="2588828"/>
              <a:ext cx="3234420" cy="20612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Agile Manufacturing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  <a:p>
              <a:pPr marL="285750" marR="0" lvl="0" indent="-285750" algn="l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endParaRPr lang="en-US" sz="1400" b="1" dirty="0">
                <a:solidFill>
                  <a:srgbClr val="FFFFFF"/>
                </a:solidFill>
                <a:latin typeface="CiscoSansTT"/>
                <a:ea typeface="ＭＳ Ｐゴシック" charset="0"/>
              </a:endParaRP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Store managers capture customer feedback and real-time sales data daily. This removes the "guesswork" from the forecast.</a:t>
              </a:r>
            </a:p>
          </p:txBody>
        </p:sp>
      </p:grpSp>
      <p:grpSp>
        <p:nvGrpSpPr>
          <p:cNvPr id="22" name="Group 21" descr="Sample boxed text with icon">
            <a:extLst>
              <a:ext uri="{FF2B5EF4-FFF2-40B4-BE49-F238E27FC236}">
                <a16:creationId xmlns:a16="http://schemas.microsoft.com/office/drawing/2014/main" id="{BBCF248F-21AC-4A35-9167-154F8F9B5BED}"/>
              </a:ext>
            </a:extLst>
          </p:cNvPr>
          <p:cNvGrpSpPr/>
          <p:nvPr/>
        </p:nvGrpSpPr>
        <p:grpSpPr>
          <a:xfrm>
            <a:off x="8143338" y="1424546"/>
            <a:ext cx="3792971" cy="2069641"/>
            <a:chOff x="722313" y="2500311"/>
            <a:chExt cx="3468660" cy="218281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9167A98-0348-1C92-0054-81A19BD68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2313" y="2500311"/>
              <a:ext cx="3468660" cy="2182814"/>
            </a:xfrm>
            <a:prstGeom prst="roundRect">
              <a:avLst>
                <a:gd name="adj" fmla="val 5045"/>
              </a:avLst>
            </a:prstGeom>
            <a:noFill/>
            <a:ln w="15875"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1197AFD-86D0-CEFF-638E-35B2C3A160E1}"/>
                </a:ext>
              </a:extLst>
            </p:cNvPr>
            <p:cNvSpPr txBox="1"/>
            <p:nvPr/>
          </p:nvSpPr>
          <p:spPr>
            <a:xfrm>
              <a:off x="861887" y="2588828"/>
              <a:ext cx="3234420" cy="20612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Rapid Replenishment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  <a:p>
              <a:pPr marL="285750" marR="0" lvl="0" indent="-285750" algn="l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endParaRPr lang="en-US" sz="1400" b="1" dirty="0">
                <a:solidFill>
                  <a:srgbClr val="FFFFFF"/>
                </a:solidFill>
                <a:latin typeface="CiscoSansTT"/>
                <a:ea typeface="ＭＳ Ｐゴシック" charset="0"/>
              </a:endParaRP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  <a:p>
              <a:pPr marR="0" lvl="0" algn="ctr" defTabSz="91227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FFFFFF"/>
                </a:buClr>
                <a:buSzPct val="100000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"/>
                  <a:ea typeface="ＭＳ Ｐゴシック" charset="0"/>
                  <a:cs typeface="+mn-cs"/>
                </a:rPr>
                <a:t>New designs reach stores twice a week. The short lead time (15 days) ensures the inventory always matches current demand.</a:t>
              </a:r>
            </a:p>
          </p:txBody>
        </p:sp>
      </p:grpSp>
      <p:pic>
        <p:nvPicPr>
          <p:cNvPr id="27" name="Graphic 26" descr="Gears outline">
            <a:extLst>
              <a:ext uri="{FF2B5EF4-FFF2-40B4-BE49-F238E27FC236}">
                <a16:creationId xmlns:a16="http://schemas.microsoft.com/office/drawing/2014/main" id="{FD62A0AD-7B89-2A66-69DC-272B6AEF92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4999" y="1822246"/>
            <a:ext cx="762001" cy="762001"/>
          </a:xfrm>
          <a:prstGeom prst="rect">
            <a:avLst/>
          </a:prstGeom>
        </p:spPr>
      </p:pic>
      <p:pic>
        <p:nvPicPr>
          <p:cNvPr id="29" name="Graphic 28" descr="Dump truck outline">
            <a:extLst>
              <a:ext uri="{FF2B5EF4-FFF2-40B4-BE49-F238E27FC236}">
                <a16:creationId xmlns:a16="http://schemas.microsoft.com/office/drawing/2014/main" id="{7EA555F4-8116-F21E-A1F3-BDB25B457A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97109" y="1792317"/>
            <a:ext cx="791930" cy="79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5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isco Dark 05-21-2025">
  <a:themeElements>
    <a:clrScheme name="Cisco Dark 4-16-2025">
      <a:dk1>
        <a:srgbClr val="FFFFFF"/>
      </a:dk1>
      <a:lt1>
        <a:srgbClr val="07182D"/>
      </a:lt1>
      <a:dk2>
        <a:srgbClr val="B4B9C0"/>
      </a:dk2>
      <a:lt2>
        <a:srgbClr val="525E6C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FFFFFF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wrap="square" lIns="182880" tIns="182880" rIns="182880" bIns="182880" rtlCol="0" anchor="t" anchorCtr="0">
        <a:noAutofit/>
      </a:bodyPr>
      <a:lstStyle>
        <a:defPPr marL="182880" indent="-182880" algn="l">
          <a:buFont typeface="Arial" panose="020B0604020202020204" pitchFamily="34" charset="0"/>
          <a:buChar char="•"/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2880" indent="-182880"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buFont typeface="Arial" panose="020B0604020202020204" pitchFamily="34" charset="0"/>
          <a:buChar char="•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3CEE839C-C214-154A-862C-C600A2025EC4}" vid="{B871BF44-FE18-E241-8CCE-2D6387DC09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49819A7599D246A9031FFF106F969E" ma:contentTypeVersion="15" ma:contentTypeDescription="Create a new document." ma:contentTypeScope="" ma:versionID="9e271958d80c11ab041de54ccd0be1e0">
  <xsd:schema xmlns:xsd="http://www.w3.org/2001/XMLSchema" xmlns:xs="http://www.w3.org/2001/XMLSchema" xmlns:p="http://schemas.microsoft.com/office/2006/metadata/properties" xmlns:ns2="1e868d89-af84-480e-ae71-5bb23b67329a" xmlns:ns3="d9415f13-3030-419a-be9b-e5411acb7e95" targetNamespace="http://schemas.microsoft.com/office/2006/metadata/properties" ma:root="true" ma:fieldsID="5e2e04b6bd538bccdf4e7a71660f418c" ns2:_="" ns3:_="">
    <xsd:import namespace="1e868d89-af84-480e-ae71-5bb23b67329a"/>
    <xsd:import namespace="d9415f13-3030-419a-be9b-e5411acb7e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868d89-af84-480e-ae71-5bb23b6732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10261dd-85c0-4e16-8580-30375acfae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415f13-3030-419a-be9b-e5411acb7e9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9168c6d8-f650-4a65-a55f-70b75074a347}" ma:internalName="TaxCatchAll" ma:showField="CatchAllData" ma:web="d9415f13-3030-419a-be9b-e5411acb7e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9415f13-3030-419a-be9b-e5411acb7e95" xsi:nil="true"/>
    <lcf76f155ced4ddcb4097134ff3c332f xmlns="1e868d89-af84-480e-ae71-5bb23b67329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7C1715E-05C6-4309-939E-1DC41F5763E7}"/>
</file>

<file path=customXml/itemProps2.xml><?xml version="1.0" encoding="utf-8"?>
<ds:datastoreItem xmlns:ds="http://schemas.openxmlformats.org/officeDocument/2006/customXml" ds:itemID="{48D4C9B7-9BBC-4CC4-9641-8D6372FCD7EC}"/>
</file>

<file path=customXml/itemProps3.xml><?xml version="1.0" encoding="utf-8"?>
<ds:datastoreItem xmlns:ds="http://schemas.openxmlformats.org/officeDocument/2006/customXml" ds:itemID="{0CEE58D6-4724-47A8-94BC-B1FC01CFDAFC}"/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10631</TotalTime>
  <Words>927</Words>
  <Application>Microsoft Office PowerPoint</Application>
  <PresentationFormat>Widescreen</PresentationFormat>
  <Paragraphs>134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CiscoSansTT</vt:lpstr>
      <vt:lpstr>CiscoSansTT ExtraLight</vt:lpstr>
      <vt:lpstr>CiscoSansTT Light</vt:lpstr>
      <vt:lpstr>CiscoSansTT Medium</vt:lpstr>
      <vt:lpstr>Wingdings</vt:lpstr>
      <vt:lpstr>Cisco Dark 05-21-2025</vt:lpstr>
      <vt:lpstr>Introduction to Demand Forecasting  </vt:lpstr>
      <vt:lpstr>Forecasting Impact </vt:lpstr>
      <vt:lpstr>Types of Forecasts </vt:lpstr>
      <vt:lpstr>Characteristics of forecasts  </vt:lpstr>
      <vt:lpstr>Characteristics of forecasts  </vt:lpstr>
      <vt:lpstr>Characteristics of forecasts  </vt:lpstr>
      <vt:lpstr>Characteristics of forecasts  </vt:lpstr>
      <vt:lpstr>Kimberly-Clark Case Study  </vt:lpstr>
      <vt:lpstr>Forecasting: A Rocket Science?  </vt:lpstr>
      <vt:lpstr>Thank you</vt:lpstr>
      <vt:lpstr>Zara Case Study: Mastering Demand-Driven Forecasting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Nayanita Bhattacharyya (naybhatt)</dc:creator>
  <cp:lastModifiedBy>Nayanita Bhattacharyya (naybhatt)</cp:lastModifiedBy>
  <cp:revision>1</cp:revision>
  <dcterms:created xsi:type="dcterms:W3CDTF">2026-02-24T13:38:44Z</dcterms:created>
  <dcterms:modified xsi:type="dcterms:W3CDTF">2026-03-05T17:07:57Z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Cisco Dark 05-21-2025:8</vt:lpwstr>
  </property>
  <property fmtid="{D5CDD505-2E9C-101B-9397-08002B2CF9AE}" pid="3" name="ClassificationContentMarkingFooterText">
    <vt:lpwstr>Cisco Confidential</vt:lpwstr>
  </property>
  <property fmtid="{D5CDD505-2E9C-101B-9397-08002B2CF9AE}" pid="4" name="ContentTypeId">
    <vt:lpwstr>0x010100DF49819A7599D246A9031FFF106F969E</vt:lpwstr>
  </property>
</Properties>
</file>